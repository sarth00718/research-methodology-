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3" r:id="rId7"/>
    <p:sldId id="269" r:id="rId8"/>
    <p:sldId id="268" r:id="rId9"/>
    <p:sldId id="270" r:id="rId10"/>
    <p:sldId id="271" r:id="rId11"/>
    <p:sldId id="272" r:id="rId12"/>
    <p:sldId id="262" r:id="rId13"/>
    <p:sldId id="260" r:id="rId14"/>
    <p:sldId id="273" r:id="rId15"/>
    <p:sldId id="274" r:id="rId16"/>
    <p:sldId id="275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C18FBF-3FF5-4C16-97CF-AF03740D7AB6}" type="doc">
      <dgm:prSet loTypeId="urn:microsoft.com/office/officeart/2005/8/layout/hList9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F1B46E-22B2-4721-950C-8704487586DC}">
      <dgm:prSet phldrT="[Text]"/>
      <dgm:spPr/>
      <dgm:t>
        <a:bodyPr/>
        <a:lstStyle/>
        <a:p>
          <a:r>
            <a:rPr lang="en-IN" dirty="0"/>
            <a:t>Step 1 – Data Preprocessing</a:t>
          </a:r>
          <a:endParaRPr lang="en-US" dirty="0"/>
        </a:p>
      </dgm:t>
    </dgm:pt>
    <dgm:pt modelId="{E8A66543-CC4D-4785-A93E-5B125E09F826}" type="parTrans" cxnId="{2C8317B2-2EBB-4589-86EA-C77B3B6E81AA}">
      <dgm:prSet/>
      <dgm:spPr/>
      <dgm:t>
        <a:bodyPr/>
        <a:lstStyle/>
        <a:p>
          <a:endParaRPr lang="en-US"/>
        </a:p>
      </dgm:t>
    </dgm:pt>
    <dgm:pt modelId="{A7E2530A-34E2-4E9F-BC78-8920BA140C41}" type="sibTrans" cxnId="{2C8317B2-2EBB-4589-86EA-C77B3B6E81AA}">
      <dgm:prSet/>
      <dgm:spPr/>
      <dgm:t>
        <a:bodyPr/>
        <a:lstStyle/>
        <a:p>
          <a:endParaRPr lang="en-US"/>
        </a:p>
      </dgm:t>
    </dgm:pt>
    <dgm:pt modelId="{9D72CDD3-5859-43DB-BD75-0C3C30E3DE62}">
      <dgm:prSet phldrT="[Text]"/>
      <dgm:spPr/>
      <dgm:t>
        <a:bodyPr/>
        <a:lstStyle/>
        <a:p>
          <a:r>
            <a:rPr lang="en-US" b="1" dirty="0"/>
            <a:t>R</a:t>
          </a:r>
          <a:r>
            <a:rPr lang="en-IN" dirty="0" err="1"/>
            <a:t>esize</a:t>
          </a:r>
          <a:r>
            <a:rPr lang="en-IN" dirty="0"/>
            <a:t>: 224×224</a:t>
          </a:r>
          <a:endParaRPr lang="en-US" b="1" dirty="0"/>
        </a:p>
      </dgm:t>
    </dgm:pt>
    <dgm:pt modelId="{1D5B1F83-33A7-4298-BC11-2B1252AFAEA5}" type="parTrans" cxnId="{DDB5AD9A-40B0-48EF-AF2C-8CCDA330F7FE}">
      <dgm:prSet/>
      <dgm:spPr/>
      <dgm:t>
        <a:bodyPr/>
        <a:lstStyle/>
        <a:p>
          <a:endParaRPr lang="en-US"/>
        </a:p>
      </dgm:t>
    </dgm:pt>
    <dgm:pt modelId="{15E25BD4-1EBF-43C2-8885-DBF66B8429E1}" type="sibTrans" cxnId="{DDB5AD9A-40B0-48EF-AF2C-8CCDA330F7FE}">
      <dgm:prSet/>
      <dgm:spPr/>
      <dgm:t>
        <a:bodyPr/>
        <a:lstStyle/>
        <a:p>
          <a:endParaRPr lang="en-US"/>
        </a:p>
      </dgm:t>
    </dgm:pt>
    <dgm:pt modelId="{F2881FB1-6580-4F21-A283-BFAA6F91D5D2}">
      <dgm:prSet phldrT="[Text]"/>
      <dgm:spPr/>
      <dgm:t>
        <a:bodyPr/>
        <a:lstStyle/>
        <a:p>
          <a:r>
            <a:rPr lang="en-IN" dirty="0"/>
            <a:t>Step 2 – Model</a:t>
          </a:r>
          <a:endParaRPr lang="en-US" dirty="0"/>
        </a:p>
      </dgm:t>
    </dgm:pt>
    <dgm:pt modelId="{2D960FDD-BADA-480D-9043-497C56588AD3}" type="parTrans" cxnId="{4A31D641-1B5D-46D3-B685-0C4DC6EFE71B}">
      <dgm:prSet/>
      <dgm:spPr/>
      <dgm:t>
        <a:bodyPr/>
        <a:lstStyle/>
        <a:p>
          <a:endParaRPr lang="en-US"/>
        </a:p>
      </dgm:t>
    </dgm:pt>
    <dgm:pt modelId="{A5ABDC17-7AB5-4F0E-992A-F9343F5D74EB}" type="sibTrans" cxnId="{4A31D641-1B5D-46D3-B685-0C4DC6EFE71B}">
      <dgm:prSet/>
      <dgm:spPr/>
      <dgm:t>
        <a:bodyPr/>
        <a:lstStyle/>
        <a:p>
          <a:endParaRPr lang="en-US"/>
        </a:p>
      </dgm:t>
    </dgm:pt>
    <dgm:pt modelId="{D5197DDB-D5D2-499F-B255-CF7BB5AE2B43}">
      <dgm:prSet phldrT="[Text]"/>
      <dgm:spPr/>
      <dgm:t>
        <a:bodyPr/>
        <a:lstStyle/>
        <a:p>
          <a:r>
            <a:rPr lang="en-IN" dirty="0"/>
            <a:t>Backbone: ResNet-18 / </a:t>
          </a:r>
          <a:r>
            <a:rPr lang="en-IN" dirty="0" err="1"/>
            <a:t>EfficientNet</a:t>
          </a:r>
          <a:endParaRPr lang="en-US" dirty="0"/>
        </a:p>
      </dgm:t>
    </dgm:pt>
    <dgm:pt modelId="{B14A4DC9-F40A-4867-ADB8-4BA8A1F83766}" type="parTrans" cxnId="{3204ED53-15A0-4643-A582-021A785F1BA2}">
      <dgm:prSet/>
      <dgm:spPr/>
      <dgm:t>
        <a:bodyPr/>
        <a:lstStyle/>
        <a:p>
          <a:endParaRPr lang="en-US"/>
        </a:p>
      </dgm:t>
    </dgm:pt>
    <dgm:pt modelId="{29F2454A-2FA8-4B3A-AC63-4A0B9FD04A75}" type="sibTrans" cxnId="{3204ED53-15A0-4643-A582-021A785F1BA2}">
      <dgm:prSet/>
      <dgm:spPr/>
      <dgm:t>
        <a:bodyPr/>
        <a:lstStyle/>
        <a:p>
          <a:endParaRPr lang="en-US"/>
        </a:p>
      </dgm:t>
    </dgm:pt>
    <dgm:pt modelId="{6352CA33-6755-44BE-808F-400DA4CF80A7}">
      <dgm:prSet phldrT="[Text]"/>
      <dgm:spPr/>
      <dgm:t>
        <a:bodyPr/>
        <a:lstStyle/>
        <a:p>
          <a:r>
            <a:rPr lang="en-IN" dirty="0"/>
            <a:t>Step 3 – Federated Setup</a:t>
          </a:r>
          <a:endParaRPr lang="en-US" dirty="0"/>
        </a:p>
      </dgm:t>
    </dgm:pt>
    <dgm:pt modelId="{AEB59203-63BA-4A96-BADC-40BAEBD9AA40}" type="parTrans" cxnId="{82BAE5DD-3A79-4870-9019-1254385E0650}">
      <dgm:prSet/>
      <dgm:spPr/>
      <dgm:t>
        <a:bodyPr/>
        <a:lstStyle/>
        <a:p>
          <a:endParaRPr lang="en-US"/>
        </a:p>
      </dgm:t>
    </dgm:pt>
    <dgm:pt modelId="{AAB4CF73-4B9B-4AA0-9074-16C2D2AE00A1}" type="sibTrans" cxnId="{82BAE5DD-3A79-4870-9019-1254385E0650}">
      <dgm:prSet/>
      <dgm:spPr/>
      <dgm:t>
        <a:bodyPr/>
        <a:lstStyle/>
        <a:p>
          <a:endParaRPr lang="en-US"/>
        </a:p>
      </dgm:t>
    </dgm:pt>
    <dgm:pt modelId="{9614A323-64B1-4077-A841-022051EC749A}">
      <dgm:prSet phldrT="[Text]"/>
      <dgm:spPr/>
      <dgm:t>
        <a:bodyPr/>
        <a:lstStyle/>
        <a:p>
          <a:r>
            <a:rPr lang="en-IN" dirty="0"/>
            <a:t>Client 1: </a:t>
          </a:r>
          <a:r>
            <a:rPr lang="en-IN" dirty="0" err="1"/>
            <a:t>IDRiD</a:t>
          </a:r>
          <a:r>
            <a:rPr lang="en-IN" dirty="0"/>
            <a:t> (India)</a:t>
          </a:r>
          <a:endParaRPr lang="en-US" dirty="0"/>
        </a:p>
      </dgm:t>
    </dgm:pt>
    <dgm:pt modelId="{E5F6BCBD-B84E-4018-BE9E-BF57FF3B4B36}" type="parTrans" cxnId="{FC7BD086-74EA-4D6C-9657-E916D355F209}">
      <dgm:prSet/>
      <dgm:spPr/>
      <dgm:t>
        <a:bodyPr/>
        <a:lstStyle/>
        <a:p>
          <a:endParaRPr lang="en-US"/>
        </a:p>
      </dgm:t>
    </dgm:pt>
    <dgm:pt modelId="{FEC2A79F-8857-403A-A738-E8CE75C965E2}" type="sibTrans" cxnId="{FC7BD086-74EA-4D6C-9657-E916D355F209}">
      <dgm:prSet/>
      <dgm:spPr/>
      <dgm:t>
        <a:bodyPr/>
        <a:lstStyle/>
        <a:p>
          <a:endParaRPr lang="en-US"/>
        </a:p>
      </dgm:t>
    </dgm:pt>
    <dgm:pt modelId="{7FCE83D9-631B-4420-BBFC-CA0AFA59F747}">
      <dgm:prSet phldrT="[Text]"/>
      <dgm:spPr/>
      <dgm:t>
        <a:bodyPr/>
        <a:lstStyle/>
        <a:p>
          <a:r>
            <a:rPr lang="en-IN" dirty="0"/>
            <a:t>Step 4 – Personalization</a:t>
          </a:r>
          <a:endParaRPr lang="en-US" dirty="0"/>
        </a:p>
      </dgm:t>
    </dgm:pt>
    <dgm:pt modelId="{C61EC981-13FA-4710-B079-D35692EEB764}" type="parTrans" cxnId="{E572418E-4340-4448-940D-253A2FA3B9B3}">
      <dgm:prSet/>
      <dgm:spPr/>
      <dgm:t>
        <a:bodyPr/>
        <a:lstStyle/>
        <a:p>
          <a:endParaRPr lang="en-US"/>
        </a:p>
      </dgm:t>
    </dgm:pt>
    <dgm:pt modelId="{1B48A0DE-4031-4D45-86A1-94CDAF68824A}" type="sibTrans" cxnId="{E572418E-4340-4448-940D-253A2FA3B9B3}">
      <dgm:prSet/>
      <dgm:spPr/>
      <dgm:t>
        <a:bodyPr/>
        <a:lstStyle/>
        <a:p>
          <a:endParaRPr lang="en-US"/>
        </a:p>
      </dgm:t>
    </dgm:pt>
    <dgm:pt modelId="{DB9FB862-4759-4D6A-84F3-01524B92723B}">
      <dgm:prSet phldrT="[Text]"/>
      <dgm:spPr/>
      <dgm:t>
        <a:bodyPr/>
        <a:lstStyle/>
        <a:p>
          <a:r>
            <a:rPr lang="en-IN" dirty="0"/>
            <a:t>Fine-tune last layer locally</a:t>
          </a:r>
          <a:endParaRPr lang="en-US" dirty="0"/>
        </a:p>
      </dgm:t>
    </dgm:pt>
    <dgm:pt modelId="{CD1EE44C-3116-420B-89E3-1D797CB25D34}" type="parTrans" cxnId="{70CAB4FC-3D17-49C2-8A7B-F387031FCDCA}">
      <dgm:prSet/>
      <dgm:spPr/>
      <dgm:t>
        <a:bodyPr/>
        <a:lstStyle/>
        <a:p>
          <a:endParaRPr lang="en-US"/>
        </a:p>
      </dgm:t>
    </dgm:pt>
    <dgm:pt modelId="{4BD4D4A5-043E-4ED5-A5CA-8D46DADC3150}" type="sibTrans" cxnId="{70CAB4FC-3D17-49C2-8A7B-F387031FCDCA}">
      <dgm:prSet/>
      <dgm:spPr/>
      <dgm:t>
        <a:bodyPr/>
        <a:lstStyle/>
        <a:p>
          <a:endParaRPr lang="en-US"/>
        </a:p>
      </dgm:t>
    </dgm:pt>
    <dgm:pt modelId="{50451020-5E1A-4778-9E8D-169182A36191}">
      <dgm:prSet phldrT="[Text]"/>
      <dgm:spPr/>
      <dgm:t>
        <a:bodyPr/>
        <a:lstStyle/>
        <a:p>
          <a:r>
            <a:rPr lang="en-IN" dirty="0"/>
            <a:t>Add Gaussian noise to gradients (DP)</a:t>
          </a:r>
          <a:endParaRPr lang="en-US" dirty="0"/>
        </a:p>
      </dgm:t>
    </dgm:pt>
    <dgm:pt modelId="{7DFC3849-4A12-49FB-B614-8AFD597CCB9E}" type="parTrans" cxnId="{0F86DBDB-3C4F-4C84-981B-7F4CA2A8EAF3}">
      <dgm:prSet/>
      <dgm:spPr/>
      <dgm:t>
        <a:bodyPr/>
        <a:lstStyle/>
        <a:p>
          <a:endParaRPr lang="en-US"/>
        </a:p>
      </dgm:t>
    </dgm:pt>
    <dgm:pt modelId="{EEDE2474-4F18-4F59-8E58-6382D253E514}" type="sibTrans" cxnId="{0F86DBDB-3C4F-4C84-981B-7F4CA2A8EAF3}">
      <dgm:prSet/>
      <dgm:spPr/>
      <dgm:t>
        <a:bodyPr/>
        <a:lstStyle/>
        <a:p>
          <a:endParaRPr lang="en-US"/>
        </a:p>
      </dgm:t>
    </dgm:pt>
    <dgm:pt modelId="{285CA90E-C305-44FD-901D-4AB2A96977BD}">
      <dgm:prSet/>
      <dgm:spPr/>
      <dgm:t>
        <a:bodyPr/>
        <a:lstStyle/>
        <a:p>
          <a:pPr>
            <a:buNone/>
          </a:pPr>
          <a:r>
            <a:rPr lang="en-IN"/>
            <a:t>Normalize</a:t>
          </a:r>
        </a:p>
      </dgm:t>
    </dgm:pt>
    <dgm:pt modelId="{33F8A0D3-B93F-41F3-B42D-127BEE1BBC5B}" type="parTrans" cxnId="{BC81ADFA-AC64-44E1-8C9F-83404C13451E}">
      <dgm:prSet/>
      <dgm:spPr/>
      <dgm:t>
        <a:bodyPr/>
        <a:lstStyle/>
        <a:p>
          <a:endParaRPr lang="en-IN"/>
        </a:p>
      </dgm:t>
    </dgm:pt>
    <dgm:pt modelId="{8E6DD0B0-A389-4493-9861-72D76720198E}" type="sibTrans" cxnId="{BC81ADFA-AC64-44E1-8C9F-83404C13451E}">
      <dgm:prSet/>
      <dgm:spPr/>
      <dgm:t>
        <a:bodyPr/>
        <a:lstStyle/>
        <a:p>
          <a:endParaRPr lang="en-IN"/>
        </a:p>
      </dgm:t>
    </dgm:pt>
    <dgm:pt modelId="{88A80295-7311-4135-B6E4-F80D81424D8C}">
      <dgm:prSet/>
      <dgm:spPr/>
      <dgm:t>
        <a:bodyPr/>
        <a:lstStyle/>
        <a:p>
          <a:pPr>
            <a:buNone/>
          </a:pPr>
          <a:r>
            <a:rPr lang="en-IN"/>
            <a:t>Data augmentation</a:t>
          </a:r>
        </a:p>
      </dgm:t>
    </dgm:pt>
    <dgm:pt modelId="{FAD108DB-667B-425D-8FA2-31F3B66EBF84}" type="parTrans" cxnId="{D5FBD3A4-3334-463A-88F9-6226D71B9681}">
      <dgm:prSet/>
      <dgm:spPr/>
      <dgm:t>
        <a:bodyPr/>
        <a:lstStyle/>
        <a:p>
          <a:endParaRPr lang="en-IN"/>
        </a:p>
      </dgm:t>
    </dgm:pt>
    <dgm:pt modelId="{CA369F62-1237-42A3-A532-C85D36AAC8E2}" type="sibTrans" cxnId="{D5FBD3A4-3334-463A-88F9-6226D71B9681}">
      <dgm:prSet/>
      <dgm:spPr/>
      <dgm:t>
        <a:bodyPr/>
        <a:lstStyle/>
        <a:p>
          <a:endParaRPr lang="en-IN"/>
        </a:p>
      </dgm:t>
    </dgm:pt>
    <dgm:pt modelId="{AE7E2980-626E-42C2-9587-C94F93B7B9FB}">
      <dgm:prSet/>
      <dgm:spPr/>
      <dgm:t>
        <a:bodyPr/>
        <a:lstStyle/>
        <a:p>
          <a:pPr>
            <a:buNone/>
          </a:pPr>
          <a:r>
            <a:rPr lang="en-IN"/>
            <a:t>Output: 4-class softmax</a:t>
          </a:r>
        </a:p>
      </dgm:t>
    </dgm:pt>
    <dgm:pt modelId="{98637952-0AB8-46AB-97EE-A678E3C0C420}" type="parTrans" cxnId="{03D053CA-0AF6-41A8-A41F-012ED5EB23A8}">
      <dgm:prSet/>
      <dgm:spPr/>
      <dgm:t>
        <a:bodyPr/>
        <a:lstStyle/>
        <a:p>
          <a:endParaRPr lang="en-IN"/>
        </a:p>
      </dgm:t>
    </dgm:pt>
    <dgm:pt modelId="{10751136-7928-4CFC-9927-3D7800A64FDE}" type="sibTrans" cxnId="{03D053CA-0AF6-41A8-A41F-012ED5EB23A8}">
      <dgm:prSet/>
      <dgm:spPr/>
      <dgm:t>
        <a:bodyPr/>
        <a:lstStyle/>
        <a:p>
          <a:endParaRPr lang="en-IN"/>
        </a:p>
      </dgm:t>
    </dgm:pt>
    <dgm:pt modelId="{2CCB34D3-32F0-43A2-8227-38C3B52AE541}">
      <dgm:prSet/>
      <dgm:spPr/>
      <dgm:t>
        <a:bodyPr/>
        <a:lstStyle/>
        <a:p>
          <a:pPr>
            <a:buNone/>
          </a:pPr>
          <a:r>
            <a:rPr lang="en-IN"/>
            <a:t>Client 2: BASE11 (France)</a:t>
          </a:r>
        </a:p>
      </dgm:t>
    </dgm:pt>
    <dgm:pt modelId="{62C8999D-9FF1-40BA-AAAE-C21F600FA3E2}" type="parTrans" cxnId="{EAF58E09-7226-43A2-A13E-5838D0EFA642}">
      <dgm:prSet/>
      <dgm:spPr/>
      <dgm:t>
        <a:bodyPr/>
        <a:lstStyle/>
        <a:p>
          <a:endParaRPr lang="en-IN"/>
        </a:p>
      </dgm:t>
    </dgm:pt>
    <dgm:pt modelId="{EFFA7B2F-3781-426A-834A-9AC63471B7BD}" type="sibTrans" cxnId="{EAF58E09-7226-43A2-A13E-5838D0EFA642}">
      <dgm:prSet/>
      <dgm:spPr/>
      <dgm:t>
        <a:bodyPr/>
        <a:lstStyle/>
        <a:p>
          <a:endParaRPr lang="en-IN"/>
        </a:p>
      </dgm:t>
    </dgm:pt>
    <dgm:pt modelId="{E1EB330E-C8AB-4AAC-B555-DB16938368E3}">
      <dgm:prSet/>
      <dgm:spPr/>
      <dgm:t>
        <a:bodyPr/>
        <a:lstStyle/>
        <a:p>
          <a:pPr>
            <a:buNone/>
          </a:pPr>
          <a:r>
            <a:rPr lang="en-IN"/>
            <a:t>Server: SCAFFOLD aggregation</a:t>
          </a:r>
        </a:p>
      </dgm:t>
    </dgm:pt>
    <dgm:pt modelId="{B0EDA1AA-3100-4F48-9130-0547228FB5BF}" type="parTrans" cxnId="{A6D8F779-5F02-4C5D-A6AA-7FF89F304DA2}">
      <dgm:prSet/>
      <dgm:spPr/>
      <dgm:t>
        <a:bodyPr/>
        <a:lstStyle/>
        <a:p>
          <a:endParaRPr lang="en-IN"/>
        </a:p>
      </dgm:t>
    </dgm:pt>
    <dgm:pt modelId="{D8158204-1881-4EB8-AC8C-01EDBE2B531A}" type="sibTrans" cxnId="{A6D8F779-5F02-4C5D-A6AA-7FF89F304DA2}">
      <dgm:prSet/>
      <dgm:spPr/>
      <dgm:t>
        <a:bodyPr/>
        <a:lstStyle/>
        <a:p>
          <a:endParaRPr lang="en-IN"/>
        </a:p>
      </dgm:t>
    </dgm:pt>
    <dgm:pt modelId="{D256242F-12FA-4DD9-AA09-638D4B4DC1BF}">
      <dgm:prSet phldrT="[Text]"/>
      <dgm:spPr/>
      <dgm:t>
        <a:bodyPr/>
        <a:lstStyle/>
        <a:p>
          <a:pPr>
            <a:buNone/>
          </a:pPr>
          <a:r>
            <a:rPr lang="en-IN"/>
            <a:t>Step 5 – Security</a:t>
          </a:r>
          <a:endParaRPr lang="en-US" dirty="0"/>
        </a:p>
      </dgm:t>
    </dgm:pt>
    <dgm:pt modelId="{45A08CF6-C8BD-4987-B965-519BF976E620}" type="parTrans" cxnId="{E0FA585D-5E31-46C5-AC14-AE1DA756029B}">
      <dgm:prSet/>
      <dgm:spPr/>
      <dgm:t>
        <a:bodyPr/>
        <a:lstStyle/>
        <a:p>
          <a:endParaRPr lang="en-IN"/>
        </a:p>
      </dgm:t>
    </dgm:pt>
    <dgm:pt modelId="{6F5116E7-E428-4177-BE1F-F1F812E9188D}" type="sibTrans" cxnId="{E0FA585D-5E31-46C5-AC14-AE1DA756029B}">
      <dgm:prSet/>
      <dgm:spPr/>
      <dgm:t>
        <a:bodyPr/>
        <a:lstStyle/>
        <a:p>
          <a:endParaRPr lang="en-IN"/>
        </a:p>
      </dgm:t>
    </dgm:pt>
    <dgm:pt modelId="{0DC7A063-583D-4B0F-88B2-BD54F95D95AF}" type="pres">
      <dgm:prSet presAssocID="{00C18FBF-3FF5-4C16-97CF-AF03740D7AB6}" presName="list" presStyleCnt="0">
        <dgm:presLayoutVars>
          <dgm:dir/>
          <dgm:animLvl val="lvl"/>
        </dgm:presLayoutVars>
      </dgm:prSet>
      <dgm:spPr/>
    </dgm:pt>
    <dgm:pt modelId="{3B23570A-ECC9-4DF8-BCB4-0465C69CBB88}" type="pres">
      <dgm:prSet presAssocID="{B4F1B46E-22B2-4721-950C-8704487586DC}" presName="posSpace" presStyleCnt="0"/>
      <dgm:spPr/>
    </dgm:pt>
    <dgm:pt modelId="{FC66A233-6BBA-46AF-B2F6-28E379B158E2}" type="pres">
      <dgm:prSet presAssocID="{B4F1B46E-22B2-4721-950C-8704487586DC}" presName="vertFlow" presStyleCnt="0"/>
      <dgm:spPr/>
    </dgm:pt>
    <dgm:pt modelId="{46739A04-1AA3-49C6-8EA7-EB1DE975B900}" type="pres">
      <dgm:prSet presAssocID="{B4F1B46E-22B2-4721-950C-8704487586DC}" presName="topSpace" presStyleCnt="0"/>
      <dgm:spPr/>
    </dgm:pt>
    <dgm:pt modelId="{535C6EC9-8098-42C5-8527-E62FF045E4EB}" type="pres">
      <dgm:prSet presAssocID="{B4F1B46E-22B2-4721-950C-8704487586DC}" presName="firstComp" presStyleCnt="0"/>
      <dgm:spPr/>
    </dgm:pt>
    <dgm:pt modelId="{6B08AC4B-4CEC-41E5-AE19-47A4E2720563}" type="pres">
      <dgm:prSet presAssocID="{B4F1B46E-22B2-4721-950C-8704487586DC}" presName="firstChild" presStyleLbl="bgAccFollowNode1" presStyleIdx="0" presStyleCnt="10"/>
      <dgm:spPr/>
    </dgm:pt>
    <dgm:pt modelId="{187D4E8C-5C91-4D00-870C-2C45D4EA263C}" type="pres">
      <dgm:prSet presAssocID="{B4F1B46E-22B2-4721-950C-8704487586DC}" presName="firstChildTx" presStyleLbl="bgAccFollowNode1" presStyleIdx="0" presStyleCnt="10">
        <dgm:presLayoutVars>
          <dgm:bulletEnabled val="1"/>
        </dgm:presLayoutVars>
      </dgm:prSet>
      <dgm:spPr/>
    </dgm:pt>
    <dgm:pt modelId="{FE2E347F-A9ED-4B16-85CA-1398FFD24E5C}" type="pres">
      <dgm:prSet presAssocID="{285CA90E-C305-44FD-901D-4AB2A96977BD}" presName="comp" presStyleCnt="0"/>
      <dgm:spPr/>
    </dgm:pt>
    <dgm:pt modelId="{43196478-7CB2-4B13-8B33-161B7F71A569}" type="pres">
      <dgm:prSet presAssocID="{285CA90E-C305-44FD-901D-4AB2A96977BD}" presName="child" presStyleLbl="bgAccFollowNode1" presStyleIdx="1" presStyleCnt="10"/>
      <dgm:spPr/>
    </dgm:pt>
    <dgm:pt modelId="{CAAAC5CC-A808-4B75-A72D-452A8260DFCC}" type="pres">
      <dgm:prSet presAssocID="{285CA90E-C305-44FD-901D-4AB2A96977BD}" presName="childTx" presStyleLbl="bgAccFollowNode1" presStyleIdx="1" presStyleCnt="10">
        <dgm:presLayoutVars>
          <dgm:bulletEnabled val="1"/>
        </dgm:presLayoutVars>
      </dgm:prSet>
      <dgm:spPr/>
    </dgm:pt>
    <dgm:pt modelId="{24624086-21EE-41E0-9178-F877CDCA3216}" type="pres">
      <dgm:prSet presAssocID="{88A80295-7311-4135-B6E4-F80D81424D8C}" presName="comp" presStyleCnt="0"/>
      <dgm:spPr/>
    </dgm:pt>
    <dgm:pt modelId="{15587C68-2E3C-4CDA-AB4E-50AF4BD6B326}" type="pres">
      <dgm:prSet presAssocID="{88A80295-7311-4135-B6E4-F80D81424D8C}" presName="child" presStyleLbl="bgAccFollowNode1" presStyleIdx="2" presStyleCnt="10"/>
      <dgm:spPr/>
    </dgm:pt>
    <dgm:pt modelId="{611BE504-7A53-4859-8C87-0129284EAC0C}" type="pres">
      <dgm:prSet presAssocID="{88A80295-7311-4135-B6E4-F80D81424D8C}" presName="childTx" presStyleLbl="bgAccFollowNode1" presStyleIdx="2" presStyleCnt="10">
        <dgm:presLayoutVars>
          <dgm:bulletEnabled val="1"/>
        </dgm:presLayoutVars>
      </dgm:prSet>
      <dgm:spPr/>
    </dgm:pt>
    <dgm:pt modelId="{3845DB9A-BEF3-4D5D-B9C7-5FC0456401AC}" type="pres">
      <dgm:prSet presAssocID="{B4F1B46E-22B2-4721-950C-8704487586DC}" presName="negSpace" presStyleCnt="0"/>
      <dgm:spPr/>
    </dgm:pt>
    <dgm:pt modelId="{FC7ED273-8CFD-43C2-9C05-44FADF3E0637}" type="pres">
      <dgm:prSet presAssocID="{B4F1B46E-22B2-4721-950C-8704487586DC}" presName="circle" presStyleLbl="node1" presStyleIdx="0" presStyleCnt="5"/>
      <dgm:spPr/>
    </dgm:pt>
    <dgm:pt modelId="{13C564B0-C27E-4ABA-AFDA-59E145B256BA}" type="pres">
      <dgm:prSet presAssocID="{A7E2530A-34E2-4E9F-BC78-8920BA140C41}" presName="transSpace" presStyleCnt="0"/>
      <dgm:spPr/>
    </dgm:pt>
    <dgm:pt modelId="{6300E233-87DF-4270-9808-160BFEB8A5BE}" type="pres">
      <dgm:prSet presAssocID="{F2881FB1-6580-4F21-A283-BFAA6F91D5D2}" presName="posSpace" presStyleCnt="0"/>
      <dgm:spPr/>
    </dgm:pt>
    <dgm:pt modelId="{6E53DEF7-499E-42EE-802D-59B2F8915392}" type="pres">
      <dgm:prSet presAssocID="{F2881FB1-6580-4F21-A283-BFAA6F91D5D2}" presName="vertFlow" presStyleCnt="0"/>
      <dgm:spPr/>
    </dgm:pt>
    <dgm:pt modelId="{E08C30D1-35EA-4D05-9731-5D01E3FCBD09}" type="pres">
      <dgm:prSet presAssocID="{F2881FB1-6580-4F21-A283-BFAA6F91D5D2}" presName="topSpace" presStyleCnt="0"/>
      <dgm:spPr/>
    </dgm:pt>
    <dgm:pt modelId="{2F3BD88A-9166-4A26-B941-B9BAEE1A11D5}" type="pres">
      <dgm:prSet presAssocID="{F2881FB1-6580-4F21-A283-BFAA6F91D5D2}" presName="firstComp" presStyleCnt="0"/>
      <dgm:spPr/>
    </dgm:pt>
    <dgm:pt modelId="{F660F4B9-35DB-4256-A868-A35C6DCCF6B2}" type="pres">
      <dgm:prSet presAssocID="{F2881FB1-6580-4F21-A283-BFAA6F91D5D2}" presName="firstChild" presStyleLbl="bgAccFollowNode1" presStyleIdx="3" presStyleCnt="10"/>
      <dgm:spPr/>
    </dgm:pt>
    <dgm:pt modelId="{10C9E3CF-3A8F-4100-8ACD-91E2373197A2}" type="pres">
      <dgm:prSet presAssocID="{F2881FB1-6580-4F21-A283-BFAA6F91D5D2}" presName="firstChildTx" presStyleLbl="bgAccFollowNode1" presStyleIdx="3" presStyleCnt="10">
        <dgm:presLayoutVars>
          <dgm:bulletEnabled val="1"/>
        </dgm:presLayoutVars>
      </dgm:prSet>
      <dgm:spPr/>
    </dgm:pt>
    <dgm:pt modelId="{BC4FEBD3-16A5-4508-BBD8-0E95528A868E}" type="pres">
      <dgm:prSet presAssocID="{AE7E2980-626E-42C2-9587-C94F93B7B9FB}" presName="comp" presStyleCnt="0"/>
      <dgm:spPr/>
    </dgm:pt>
    <dgm:pt modelId="{C3FD3F1E-F87A-46B0-A0D4-917506C2C4A2}" type="pres">
      <dgm:prSet presAssocID="{AE7E2980-626E-42C2-9587-C94F93B7B9FB}" presName="child" presStyleLbl="bgAccFollowNode1" presStyleIdx="4" presStyleCnt="10"/>
      <dgm:spPr/>
    </dgm:pt>
    <dgm:pt modelId="{5163E81F-C7EB-430E-BB3B-4EFD07DF3B03}" type="pres">
      <dgm:prSet presAssocID="{AE7E2980-626E-42C2-9587-C94F93B7B9FB}" presName="childTx" presStyleLbl="bgAccFollowNode1" presStyleIdx="4" presStyleCnt="10">
        <dgm:presLayoutVars>
          <dgm:bulletEnabled val="1"/>
        </dgm:presLayoutVars>
      </dgm:prSet>
      <dgm:spPr/>
    </dgm:pt>
    <dgm:pt modelId="{69136330-53DB-4978-A56B-160862279381}" type="pres">
      <dgm:prSet presAssocID="{F2881FB1-6580-4F21-A283-BFAA6F91D5D2}" presName="negSpace" presStyleCnt="0"/>
      <dgm:spPr/>
    </dgm:pt>
    <dgm:pt modelId="{FD776C1E-557E-4553-9447-49B69EEC7907}" type="pres">
      <dgm:prSet presAssocID="{F2881FB1-6580-4F21-A283-BFAA6F91D5D2}" presName="circle" presStyleLbl="node1" presStyleIdx="1" presStyleCnt="5"/>
      <dgm:spPr/>
    </dgm:pt>
    <dgm:pt modelId="{FC2522F1-14BB-4B37-B60E-2E8A7E8A6C30}" type="pres">
      <dgm:prSet presAssocID="{A5ABDC17-7AB5-4F0E-992A-F9343F5D74EB}" presName="transSpace" presStyleCnt="0"/>
      <dgm:spPr/>
    </dgm:pt>
    <dgm:pt modelId="{2C2F6211-85A7-47FE-9239-DE94DF41A263}" type="pres">
      <dgm:prSet presAssocID="{6352CA33-6755-44BE-808F-400DA4CF80A7}" presName="posSpace" presStyleCnt="0"/>
      <dgm:spPr/>
    </dgm:pt>
    <dgm:pt modelId="{7B0C2EAE-70CB-4160-863D-210C3C66D5FD}" type="pres">
      <dgm:prSet presAssocID="{6352CA33-6755-44BE-808F-400DA4CF80A7}" presName="vertFlow" presStyleCnt="0"/>
      <dgm:spPr/>
    </dgm:pt>
    <dgm:pt modelId="{5AF3752E-55A6-443C-AD35-C49DF50A4566}" type="pres">
      <dgm:prSet presAssocID="{6352CA33-6755-44BE-808F-400DA4CF80A7}" presName="topSpace" presStyleCnt="0"/>
      <dgm:spPr/>
    </dgm:pt>
    <dgm:pt modelId="{53567A66-F0E9-4EF8-ADA9-764BA36AA6A9}" type="pres">
      <dgm:prSet presAssocID="{6352CA33-6755-44BE-808F-400DA4CF80A7}" presName="firstComp" presStyleCnt="0"/>
      <dgm:spPr/>
    </dgm:pt>
    <dgm:pt modelId="{AD2806AC-6A03-4F05-9F4D-F72EA0E56FBF}" type="pres">
      <dgm:prSet presAssocID="{6352CA33-6755-44BE-808F-400DA4CF80A7}" presName="firstChild" presStyleLbl="bgAccFollowNode1" presStyleIdx="5" presStyleCnt="10"/>
      <dgm:spPr/>
    </dgm:pt>
    <dgm:pt modelId="{F8977219-728E-448F-AE8B-46B14F4F17DE}" type="pres">
      <dgm:prSet presAssocID="{6352CA33-6755-44BE-808F-400DA4CF80A7}" presName="firstChildTx" presStyleLbl="bgAccFollowNode1" presStyleIdx="5" presStyleCnt="10">
        <dgm:presLayoutVars>
          <dgm:bulletEnabled val="1"/>
        </dgm:presLayoutVars>
      </dgm:prSet>
      <dgm:spPr/>
    </dgm:pt>
    <dgm:pt modelId="{56364D2D-470C-49E3-A1E6-2D53E2BE82B7}" type="pres">
      <dgm:prSet presAssocID="{2CCB34D3-32F0-43A2-8227-38C3B52AE541}" presName="comp" presStyleCnt="0"/>
      <dgm:spPr/>
    </dgm:pt>
    <dgm:pt modelId="{BAF3D2CC-0309-49DA-897B-92FFBFE6480B}" type="pres">
      <dgm:prSet presAssocID="{2CCB34D3-32F0-43A2-8227-38C3B52AE541}" presName="child" presStyleLbl="bgAccFollowNode1" presStyleIdx="6" presStyleCnt="10"/>
      <dgm:spPr/>
    </dgm:pt>
    <dgm:pt modelId="{872DE8D5-E324-4C38-81BD-EBD09A975A2D}" type="pres">
      <dgm:prSet presAssocID="{2CCB34D3-32F0-43A2-8227-38C3B52AE541}" presName="childTx" presStyleLbl="bgAccFollowNode1" presStyleIdx="6" presStyleCnt="10">
        <dgm:presLayoutVars>
          <dgm:bulletEnabled val="1"/>
        </dgm:presLayoutVars>
      </dgm:prSet>
      <dgm:spPr/>
    </dgm:pt>
    <dgm:pt modelId="{F6FF6123-C409-49E3-B480-E5C0D3EBF05A}" type="pres">
      <dgm:prSet presAssocID="{E1EB330E-C8AB-4AAC-B555-DB16938368E3}" presName="comp" presStyleCnt="0"/>
      <dgm:spPr/>
    </dgm:pt>
    <dgm:pt modelId="{81BE9F26-4268-4B7B-99F9-B8940BDF590B}" type="pres">
      <dgm:prSet presAssocID="{E1EB330E-C8AB-4AAC-B555-DB16938368E3}" presName="child" presStyleLbl="bgAccFollowNode1" presStyleIdx="7" presStyleCnt="10"/>
      <dgm:spPr/>
    </dgm:pt>
    <dgm:pt modelId="{FA9F7973-B579-454C-9067-A8CCF9A00E7B}" type="pres">
      <dgm:prSet presAssocID="{E1EB330E-C8AB-4AAC-B555-DB16938368E3}" presName="childTx" presStyleLbl="bgAccFollowNode1" presStyleIdx="7" presStyleCnt="10">
        <dgm:presLayoutVars>
          <dgm:bulletEnabled val="1"/>
        </dgm:presLayoutVars>
      </dgm:prSet>
      <dgm:spPr/>
    </dgm:pt>
    <dgm:pt modelId="{FBCC4E74-37C0-494F-ABC0-7D18132E1437}" type="pres">
      <dgm:prSet presAssocID="{6352CA33-6755-44BE-808F-400DA4CF80A7}" presName="negSpace" presStyleCnt="0"/>
      <dgm:spPr/>
    </dgm:pt>
    <dgm:pt modelId="{89E6DA6E-7A23-44BD-8A99-378091FF741D}" type="pres">
      <dgm:prSet presAssocID="{6352CA33-6755-44BE-808F-400DA4CF80A7}" presName="circle" presStyleLbl="node1" presStyleIdx="2" presStyleCnt="5"/>
      <dgm:spPr/>
    </dgm:pt>
    <dgm:pt modelId="{E966790E-26B5-4EB8-981F-1094BF4B7611}" type="pres">
      <dgm:prSet presAssocID="{AAB4CF73-4B9B-4AA0-9074-16C2D2AE00A1}" presName="transSpace" presStyleCnt="0"/>
      <dgm:spPr/>
    </dgm:pt>
    <dgm:pt modelId="{229B7655-E1F4-4CF5-84B8-30F0491D32B5}" type="pres">
      <dgm:prSet presAssocID="{7FCE83D9-631B-4420-BBFC-CA0AFA59F747}" presName="posSpace" presStyleCnt="0"/>
      <dgm:spPr/>
    </dgm:pt>
    <dgm:pt modelId="{F85FFCDF-8E5F-492B-B22D-55A08EACE783}" type="pres">
      <dgm:prSet presAssocID="{7FCE83D9-631B-4420-BBFC-CA0AFA59F747}" presName="vertFlow" presStyleCnt="0"/>
      <dgm:spPr/>
    </dgm:pt>
    <dgm:pt modelId="{600B3FB2-1315-4A84-8613-B445666BC7D2}" type="pres">
      <dgm:prSet presAssocID="{7FCE83D9-631B-4420-BBFC-CA0AFA59F747}" presName="topSpace" presStyleCnt="0"/>
      <dgm:spPr/>
    </dgm:pt>
    <dgm:pt modelId="{E47C73E9-FBEE-4370-9B3F-E04EB7C4023A}" type="pres">
      <dgm:prSet presAssocID="{7FCE83D9-631B-4420-BBFC-CA0AFA59F747}" presName="firstComp" presStyleCnt="0"/>
      <dgm:spPr/>
    </dgm:pt>
    <dgm:pt modelId="{402C2C77-A32C-4D99-9940-12535E1181F2}" type="pres">
      <dgm:prSet presAssocID="{7FCE83D9-631B-4420-BBFC-CA0AFA59F747}" presName="firstChild" presStyleLbl="bgAccFollowNode1" presStyleIdx="8" presStyleCnt="10"/>
      <dgm:spPr/>
    </dgm:pt>
    <dgm:pt modelId="{5B88A17E-EFF5-4A04-9CC9-D2131DA9ECCC}" type="pres">
      <dgm:prSet presAssocID="{7FCE83D9-631B-4420-BBFC-CA0AFA59F747}" presName="firstChildTx" presStyleLbl="bgAccFollowNode1" presStyleIdx="8" presStyleCnt="10">
        <dgm:presLayoutVars>
          <dgm:bulletEnabled val="1"/>
        </dgm:presLayoutVars>
      </dgm:prSet>
      <dgm:spPr/>
    </dgm:pt>
    <dgm:pt modelId="{9051EF7D-7D6C-4B43-A6C4-239F9933C94D}" type="pres">
      <dgm:prSet presAssocID="{7FCE83D9-631B-4420-BBFC-CA0AFA59F747}" presName="negSpace" presStyleCnt="0"/>
      <dgm:spPr/>
    </dgm:pt>
    <dgm:pt modelId="{7453D9C8-CD6E-4AA4-8A19-7F6F667528F0}" type="pres">
      <dgm:prSet presAssocID="{7FCE83D9-631B-4420-BBFC-CA0AFA59F747}" presName="circle" presStyleLbl="node1" presStyleIdx="3" presStyleCnt="5"/>
      <dgm:spPr/>
    </dgm:pt>
    <dgm:pt modelId="{5DD4855F-6BEC-438C-939C-92F9DF06CF44}" type="pres">
      <dgm:prSet presAssocID="{1B48A0DE-4031-4D45-86A1-94CDAF68824A}" presName="transSpace" presStyleCnt="0"/>
      <dgm:spPr/>
    </dgm:pt>
    <dgm:pt modelId="{5380AE5D-6709-4907-9FDA-057AA3CFE76C}" type="pres">
      <dgm:prSet presAssocID="{D256242F-12FA-4DD9-AA09-638D4B4DC1BF}" presName="posSpace" presStyleCnt="0"/>
      <dgm:spPr/>
    </dgm:pt>
    <dgm:pt modelId="{69A00D0E-31D2-4F44-BC9B-F5EFE7A2CCEE}" type="pres">
      <dgm:prSet presAssocID="{D256242F-12FA-4DD9-AA09-638D4B4DC1BF}" presName="vertFlow" presStyleCnt="0"/>
      <dgm:spPr/>
    </dgm:pt>
    <dgm:pt modelId="{3ACACCCC-EA07-49C3-BE16-2911DD298B2F}" type="pres">
      <dgm:prSet presAssocID="{D256242F-12FA-4DD9-AA09-638D4B4DC1BF}" presName="topSpace" presStyleCnt="0"/>
      <dgm:spPr/>
    </dgm:pt>
    <dgm:pt modelId="{D2FAAD1B-61F5-480A-AAA9-5742A4907BF4}" type="pres">
      <dgm:prSet presAssocID="{D256242F-12FA-4DD9-AA09-638D4B4DC1BF}" presName="firstComp" presStyleCnt="0"/>
      <dgm:spPr/>
    </dgm:pt>
    <dgm:pt modelId="{A166A236-687F-4444-912C-583727339753}" type="pres">
      <dgm:prSet presAssocID="{D256242F-12FA-4DD9-AA09-638D4B4DC1BF}" presName="firstChild" presStyleLbl="bgAccFollowNode1" presStyleIdx="9" presStyleCnt="10"/>
      <dgm:spPr/>
    </dgm:pt>
    <dgm:pt modelId="{0D558AD2-3492-4510-8FCE-C07362796957}" type="pres">
      <dgm:prSet presAssocID="{D256242F-12FA-4DD9-AA09-638D4B4DC1BF}" presName="firstChildTx" presStyleLbl="bgAccFollowNode1" presStyleIdx="9" presStyleCnt="10">
        <dgm:presLayoutVars>
          <dgm:bulletEnabled val="1"/>
        </dgm:presLayoutVars>
      </dgm:prSet>
      <dgm:spPr/>
    </dgm:pt>
    <dgm:pt modelId="{7FDD1C34-6D54-44B8-A286-54F88F2BEBDB}" type="pres">
      <dgm:prSet presAssocID="{D256242F-12FA-4DD9-AA09-638D4B4DC1BF}" presName="negSpace" presStyleCnt="0"/>
      <dgm:spPr/>
    </dgm:pt>
    <dgm:pt modelId="{C2429548-9B95-42CA-A9FE-199B476884F6}" type="pres">
      <dgm:prSet presAssocID="{D256242F-12FA-4DD9-AA09-638D4B4DC1BF}" presName="circle" presStyleLbl="node1" presStyleIdx="4" presStyleCnt="5"/>
      <dgm:spPr/>
    </dgm:pt>
  </dgm:ptLst>
  <dgm:cxnLst>
    <dgm:cxn modelId="{A6CBCD03-F6FD-4A14-8982-70A68B5CB05E}" type="presOf" srcId="{50451020-5E1A-4778-9E8D-169182A36191}" destId="{A166A236-687F-4444-912C-583727339753}" srcOrd="0" destOrd="0" presId="urn:microsoft.com/office/officeart/2005/8/layout/hList9"/>
    <dgm:cxn modelId="{E5B53808-144C-4BFF-A05D-E3FB95B397DE}" type="presOf" srcId="{D5197DDB-D5D2-499F-B255-CF7BB5AE2B43}" destId="{F660F4B9-35DB-4256-A868-A35C6DCCF6B2}" srcOrd="0" destOrd="0" presId="urn:microsoft.com/office/officeart/2005/8/layout/hList9"/>
    <dgm:cxn modelId="{EAF58E09-7226-43A2-A13E-5838D0EFA642}" srcId="{6352CA33-6755-44BE-808F-400DA4CF80A7}" destId="{2CCB34D3-32F0-43A2-8227-38C3B52AE541}" srcOrd="1" destOrd="0" parTransId="{62C8999D-9FF1-40BA-AAAE-C21F600FA3E2}" sibTransId="{EFFA7B2F-3781-426A-834A-9AC63471B7BD}"/>
    <dgm:cxn modelId="{7F3B5912-CE3A-4F69-B6A0-82162798FA63}" type="presOf" srcId="{00C18FBF-3FF5-4C16-97CF-AF03740D7AB6}" destId="{0DC7A063-583D-4B0F-88B2-BD54F95D95AF}" srcOrd="0" destOrd="0" presId="urn:microsoft.com/office/officeart/2005/8/layout/hList9"/>
    <dgm:cxn modelId="{C696A415-B4D6-4064-9F29-F5306AC80D46}" type="presOf" srcId="{9D72CDD3-5859-43DB-BD75-0C3C30E3DE62}" destId="{6B08AC4B-4CEC-41E5-AE19-47A4E2720563}" srcOrd="0" destOrd="0" presId="urn:microsoft.com/office/officeart/2005/8/layout/hList9"/>
    <dgm:cxn modelId="{2E5B912B-78B1-464E-B74C-AD8089876995}" type="presOf" srcId="{AE7E2980-626E-42C2-9587-C94F93B7B9FB}" destId="{5163E81F-C7EB-430E-BB3B-4EFD07DF3B03}" srcOrd="1" destOrd="0" presId="urn:microsoft.com/office/officeart/2005/8/layout/hList9"/>
    <dgm:cxn modelId="{E0FA585D-5E31-46C5-AC14-AE1DA756029B}" srcId="{00C18FBF-3FF5-4C16-97CF-AF03740D7AB6}" destId="{D256242F-12FA-4DD9-AA09-638D4B4DC1BF}" srcOrd="4" destOrd="0" parTransId="{45A08CF6-C8BD-4987-B965-519BF976E620}" sibTransId="{6F5116E7-E428-4177-BE1F-F1F812E9188D}"/>
    <dgm:cxn modelId="{4A31D641-1B5D-46D3-B685-0C4DC6EFE71B}" srcId="{00C18FBF-3FF5-4C16-97CF-AF03740D7AB6}" destId="{F2881FB1-6580-4F21-A283-BFAA6F91D5D2}" srcOrd="1" destOrd="0" parTransId="{2D960FDD-BADA-480D-9043-497C56588AD3}" sibTransId="{A5ABDC17-7AB5-4F0E-992A-F9343F5D74EB}"/>
    <dgm:cxn modelId="{7088B949-A957-4D07-A77A-124424B95F88}" type="presOf" srcId="{88A80295-7311-4135-B6E4-F80D81424D8C}" destId="{15587C68-2E3C-4CDA-AB4E-50AF4BD6B326}" srcOrd="0" destOrd="0" presId="urn:microsoft.com/office/officeart/2005/8/layout/hList9"/>
    <dgm:cxn modelId="{45FA866A-6A97-4517-8BB8-5A76091DDF6C}" type="presOf" srcId="{E1EB330E-C8AB-4AAC-B555-DB16938368E3}" destId="{81BE9F26-4268-4B7B-99F9-B8940BDF590B}" srcOrd="0" destOrd="0" presId="urn:microsoft.com/office/officeart/2005/8/layout/hList9"/>
    <dgm:cxn modelId="{12E45D4E-ABD3-482C-A298-FD346DAB185B}" type="presOf" srcId="{DB9FB862-4759-4D6A-84F3-01524B92723B}" destId="{402C2C77-A32C-4D99-9940-12535E1181F2}" srcOrd="0" destOrd="0" presId="urn:microsoft.com/office/officeart/2005/8/layout/hList9"/>
    <dgm:cxn modelId="{3204ED53-15A0-4643-A582-021A785F1BA2}" srcId="{F2881FB1-6580-4F21-A283-BFAA6F91D5D2}" destId="{D5197DDB-D5D2-499F-B255-CF7BB5AE2B43}" srcOrd="0" destOrd="0" parTransId="{B14A4DC9-F40A-4867-ADB8-4BA8A1F83766}" sibTransId="{29F2454A-2FA8-4B3A-AC63-4A0B9FD04A75}"/>
    <dgm:cxn modelId="{F177BA75-06D1-4396-BDA3-F15920D2BB00}" type="presOf" srcId="{AE7E2980-626E-42C2-9587-C94F93B7B9FB}" destId="{C3FD3F1E-F87A-46B0-A0D4-917506C2C4A2}" srcOrd="0" destOrd="0" presId="urn:microsoft.com/office/officeart/2005/8/layout/hList9"/>
    <dgm:cxn modelId="{DDE3C157-7CC1-4063-8EA3-211DCFF49DE4}" type="presOf" srcId="{2CCB34D3-32F0-43A2-8227-38C3B52AE541}" destId="{872DE8D5-E324-4C38-81BD-EBD09A975A2D}" srcOrd="1" destOrd="0" presId="urn:microsoft.com/office/officeart/2005/8/layout/hList9"/>
    <dgm:cxn modelId="{A6D8F779-5F02-4C5D-A6AA-7FF89F304DA2}" srcId="{6352CA33-6755-44BE-808F-400DA4CF80A7}" destId="{E1EB330E-C8AB-4AAC-B555-DB16938368E3}" srcOrd="2" destOrd="0" parTransId="{B0EDA1AA-3100-4F48-9130-0547228FB5BF}" sibTransId="{D8158204-1881-4EB8-AC8C-01EDBE2B531A}"/>
    <dgm:cxn modelId="{FD3B755A-58EA-4055-9A21-1C333D5B6B7D}" type="presOf" srcId="{6352CA33-6755-44BE-808F-400DA4CF80A7}" destId="{89E6DA6E-7A23-44BD-8A99-378091FF741D}" srcOrd="0" destOrd="0" presId="urn:microsoft.com/office/officeart/2005/8/layout/hList9"/>
    <dgm:cxn modelId="{19CECD7C-6DAA-4AC6-974C-EDEC13F07E39}" type="presOf" srcId="{B4F1B46E-22B2-4721-950C-8704487586DC}" destId="{FC7ED273-8CFD-43C2-9C05-44FADF3E0637}" srcOrd="0" destOrd="0" presId="urn:microsoft.com/office/officeart/2005/8/layout/hList9"/>
    <dgm:cxn modelId="{297DD37E-D659-4E94-AB64-4C2BF0E84730}" type="presOf" srcId="{2CCB34D3-32F0-43A2-8227-38C3B52AE541}" destId="{BAF3D2CC-0309-49DA-897B-92FFBFE6480B}" srcOrd="0" destOrd="0" presId="urn:microsoft.com/office/officeart/2005/8/layout/hList9"/>
    <dgm:cxn modelId="{FC7BD086-74EA-4D6C-9657-E916D355F209}" srcId="{6352CA33-6755-44BE-808F-400DA4CF80A7}" destId="{9614A323-64B1-4077-A841-022051EC749A}" srcOrd="0" destOrd="0" parTransId="{E5F6BCBD-B84E-4018-BE9E-BF57FF3B4B36}" sibTransId="{FEC2A79F-8857-403A-A738-E8CE75C965E2}"/>
    <dgm:cxn modelId="{65055E88-F3A1-4422-AD02-4CE53E4BA6A2}" type="presOf" srcId="{9614A323-64B1-4077-A841-022051EC749A}" destId="{F8977219-728E-448F-AE8B-46B14F4F17DE}" srcOrd="1" destOrd="0" presId="urn:microsoft.com/office/officeart/2005/8/layout/hList9"/>
    <dgm:cxn modelId="{E572418E-4340-4448-940D-253A2FA3B9B3}" srcId="{00C18FBF-3FF5-4C16-97CF-AF03740D7AB6}" destId="{7FCE83D9-631B-4420-BBFC-CA0AFA59F747}" srcOrd="3" destOrd="0" parTransId="{C61EC981-13FA-4710-B079-D35692EEB764}" sibTransId="{1B48A0DE-4031-4D45-86A1-94CDAF68824A}"/>
    <dgm:cxn modelId="{6B41A19A-19CC-440B-8057-4F4A17FE8E74}" type="presOf" srcId="{9614A323-64B1-4077-A841-022051EC749A}" destId="{AD2806AC-6A03-4F05-9F4D-F72EA0E56FBF}" srcOrd="0" destOrd="0" presId="urn:microsoft.com/office/officeart/2005/8/layout/hList9"/>
    <dgm:cxn modelId="{DDB5AD9A-40B0-48EF-AF2C-8CCDA330F7FE}" srcId="{B4F1B46E-22B2-4721-950C-8704487586DC}" destId="{9D72CDD3-5859-43DB-BD75-0C3C30E3DE62}" srcOrd="0" destOrd="0" parTransId="{1D5B1F83-33A7-4298-BC11-2B1252AFAEA5}" sibTransId="{15E25BD4-1EBF-43C2-8885-DBF66B8429E1}"/>
    <dgm:cxn modelId="{2BE2E0A2-4CF3-44EE-9341-A94F577E960F}" type="presOf" srcId="{285CA90E-C305-44FD-901D-4AB2A96977BD}" destId="{43196478-7CB2-4B13-8B33-161B7F71A569}" srcOrd="0" destOrd="0" presId="urn:microsoft.com/office/officeart/2005/8/layout/hList9"/>
    <dgm:cxn modelId="{D5FBD3A4-3334-463A-88F9-6226D71B9681}" srcId="{B4F1B46E-22B2-4721-950C-8704487586DC}" destId="{88A80295-7311-4135-B6E4-F80D81424D8C}" srcOrd="2" destOrd="0" parTransId="{FAD108DB-667B-425D-8FA2-31F3B66EBF84}" sibTransId="{CA369F62-1237-42A3-A532-C85D36AAC8E2}"/>
    <dgm:cxn modelId="{BA7FF7A4-6D85-4DB1-AA70-18FC5E3A4C98}" type="presOf" srcId="{88A80295-7311-4135-B6E4-F80D81424D8C}" destId="{611BE504-7A53-4859-8C87-0129284EAC0C}" srcOrd="1" destOrd="0" presId="urn:microsoft.com/office/officeart/2005/8/layout/hList9"/>
    <dgm:cxn modelId="{336750B0-61AE-45F4-A3AD-AEC1D39ABE66}" type="presOf" srcId="{F2881FB1-6580-4F21-A283-BFAA6F91D5D2}" destId="{FD776C1E-557E-4553-9447-49B69EEC7907}" srcOrd="0" destOrd="0" presId="urn:microsoft.com/office/officeart/2005/8/layout/hList9"/>
    <dgm:cxn modelId="{54C3FAB0-DCD7-4932-A4AC-C50FFE545B44}" type="presOf" srcId="{D5197DDB-D5D2-499F-B255-CF7BB5AE2B43}" destId="{10C9E3CF-3A8F-4100-8ACD-91E2373197A2}" srcOrd="1" destOrd="0" presId="urn:microsoft.com/office/officeart/2005/8/layout/hList9"/>
    <dgm:cxn modelId="{2C8317B2-2EBB-4589-86EA-C77B3B6E81AA}" srcId="{00C18FBF-3FF5-4C16-97CF-AF03740D7AB6}" destId="{B4F1B46E-22B2-4721-950C-8704487586DC}" srcOrd="0" destOrd="0" parTransId="{E8A66543-CC4D-4785-A93E-5B125E09F826}" sibTransId="{A7E2530A-34E2-4E9F-BC78-8920BA140C41}"/>
    <dgm:cxn modelId="{C5910DB5-C87F-4080-A58C-D8575ADE03FD}" type="presOf" srcId="{DB9FB862-4759-4D6A-84F3-01524B92723B}" destId="{5B88A17E-EFF5-4A04-9CC9-D2131DA9ECCC}" srcOrd="1" destOrd="0" presId="urn:microsoft.com/office/officeart/2005/8/layout/hList9"/>
    <dgm:cxn modelId="{4E06B9B7-F8D9-482C-A9B6-5BE0D2404C19}" type="presOf" srcId="{E1EB330E-C8AB-4AAC-B555-DB16938368E3}" destId="{FA9F7973-B579-454C-9067-A8CCF9A00E7B}" srcOrd="1" destOrd="0" presId="urn:microsoft.com/office/officeart/2005/8/layout/hList9"/>
    <dgm:cxn modelId="{32D307C3-FCBA-43C6-9FA3-C69D3354864F}" type="presOf" srcId="{D256242F-12FA-4DD9-AA09-638D4B4DC1BF}" destId="{C2429548-9B95-42CA-A9FE-199B476884F6}" srcOrd="0" destOrd="0" presId="urn:microsoft.com/office/officeart/2005/8/layout/hList9"/>
    <dgm:cxn modelId="{03D053CA-0AF6-41A8-A41F-012ED5EB23A8}" srcId="{F2881FB1-6580-4F21-A283-BFAA6F91D5D2}" destId="{AE7E2980-626E-42C2-9587-C94F93B7B9FB}" srcOrd="1" destOrd="0" parTransId="{98637952-0AB8-46AB-97EE-A678E3C0C420}" sibTransId="{10751136-7928-4CFC-9927-3D7800A64FDE}"/>
    <dgm:cxn modelId="{0F86DBDB-3C4F-4C84-981B-7F4CA2A8EAF3}" srcId="{D256242F-12FA-4DD9-AA09-638D4B4DC1BF}" destId="{50451020-5E1A-4778-9E8D-169182A36191}" srcOrd="0" destOrd="0" parTransId="{7DFC3849-4A12-49FB-B614-8AFD597CCB9E}" sibTransId="{EEDE2474-4F18-4F59-8E58-6382D253E514}"/>
    <dgm:cxn modelId="{5D2AE9DB-C20A-4006-86C7-7BEEAC275787}" type="presOf" srcId="{9D72CDD3-5859-43DB-BD75-0C3C30E3DE62}" destId="{187D4E8C-5C91-4D00-870C-2C45D4EA263C}" srcOrd="1" destOrd="0" presId="urn:microsoft.com/office/officeart/2005/8/layout/hList9"/>
    <dgm:cxn modelId="{82BAE5DD-3A79-4870-9019-1254385E0650}" srcId="{00C18FBF-3FF5-4C16-97CF-AF03740D7AB6}" destId="{6352CA33-6755-44BE-808F-400DA4CF80A7}" srcOrd="2" destOrd="0" parTransId="{AEB59203-63BA-4A96-BADC-40BAEBD9AA40}" sibTransId="{AAB4CF73-4B9B-4AA0-9074-16C2D2AE00A1}"/>
    <dgm:cxn modelId="{E1D32FE6-229D-4B1E-841C-66EE2BD63CF9}" type="presOf" srcId="{285CA90E-C305-44FD-901D-4AB2A96977BD}" destId="{CAAAC5CC-A808-4B75-A72D-452A8260DFCC}" srcOrd="1" destOrd="0" presId="urn:microsoft.com/office/officeart/2005/8/layout/hList9"/>
    <dgm:cxn modelId="{D224BFEB-0D8D-4DBA-8CF7-50786AC2F737}" type="presOf" srcId="{50451020-5E1A-4778-9E8D-169182A36191}" destId="{0D558AD2-3492-4510-8FCE-C07362796957}" srcOrd="1" destOrd="0" presId="urn:microsoft.com/office/officeart/2005/8/layout/hList9"/>
    <dgm:cxn modelId="{CC77A9F4-F0F0-41AC-9832-9CBC90E22F26}" type="presOf" srcId="{7FCE83D9-631B-4420-BBFC-CA0AFA59F747}" destId="{7453D9C8-CD6E-4AA4-8A19-7F6F667528F0}" srcOrd="0" destOrd="0" presId="urn:microsoft.com/office/officeart/2005/8/layout/hList9"/>
    <dgm:cxn modelId="{BC81ADFA-AC64-44E1-8C9F-83404C13451E}" srcId="{B4F1B46E-22B2-4721-950C-8704487586DC}" destId="{285CA90E-C305-44FD-901D-4AB2A96977BD}" srcOrd="1" destOrd="0" parTransId="{33F8A0D3-B93F-41F3-B42D-127BEE1BBC5B}" sibTransId="{8E6DD0B0-A389-4493-9861-72D76720198E}"/>
    <dgm:cxn modelId="{70CAB4FC-3D17-49C2-8A7B-F387031FCDCA}" srcId="{7FCE83D9-631B-4420-BBFC-CA0AFA59F747}" destId="{DB9FB862-4759-4D6A-84F3-01524B92723B}" srcOrd="0" destOrd="0" parTransId="{CD1EE44C-3116-420B-89E3-1D797CB25D34}" sibTransId="{4BD4D4A5-043E-4ED5-A5CA-8D46DADC3150}"/>
    <dgm:cxn modelId="{DA8D21AA-B4C2-4D17-AE19-019799D197EC}" type="presParOf" srcId="{0DC7A063-583D-4B0F-88B2-BD54F95D95AF}" destId="{3B23570A-ECC9-4DF8-BCB4-0465C69CBB88}" srcOrd="0" destOrd="0" presId="urn:microsoft.com/office/officeart/2005/8/layout/hList9"/>
    <dgm:cxn modelId="{3FB89D9F-22BB-41DF-9E7B-5AA27F1E820B}" type="presParOf" srcId="{0DC7A063-583D-4B0F-88B2-BD54F95D95AF}" destId="{FC66A233-6BBA-46AF-B2F6-28E379B158E2}" srcOrd="1" destOrd="0" presId="urn:microsoft.com/office/officeart/2005/8/layout/hList9"/>
    <dgm:cxn modelId="{530791DD-E827-4EE3-8A73-1982E40E5682}" type="presParOf" srcId="{FC66A233-6BBA-46AF-B2F6-28E379B158E2}" destId="{46739A04-1AA3-49C6-8EA7-EB1DE975B900}" srcOrd="0" destOrd="0" presId="urn:microsoft.com/office/officeart/2005/8/layout/hList9"/>
    <dgm:cxn modelId="{84B86F76-80D8-4BF7-9ED4-4A6323BC8CBA}" type="presParOf" srcId="{FC66A233-6BBA-46AF-B2F6-28E379B158E2}" destId="{535C6EC9-8098-42C5-8527-E62FF045E4EB}" srcOrd="1" destOrd="0" presId="urn:microsoft.com/office/officeart/2005/8/layout/hList9"/>
    <dgm:cxn modelId="{06D014DB-9862-4B8C-98DB-C165C0E7587F}" type="presParOf" srcId="{535C6EC9-8098-42C5-8527-E62FF045E4EB}" destId="{6B08AC4B-4CEC-41E5-AE19-47A4E2720563}" srcOrd="0" destOrd="0" presId="urn:microsoft.com/office/officeart/2005/8/layout/hList9"/>
    <dgm:cxn modelId="{501FD9D7-76AB-4846-AA54-E6D46C9FA8CF}" type="presParOf" srcId="{535C6EC9-8098-42C5-8527-E62FF045E4EB}" destId="{187D4E8C-5C91-4D00-870C-2C45D4EA263C}" srcOrd="1" destOrd="0" presId="urn:microsoft.com/office/officeart/2005/8/layout/hList9"/>
    <dgm:cxn modelId="{E2E56E5F-EBCF-4D81-BAB5-9445D974391F}" type="presParOf" srcId="{FC66A233-6BBA-46AF-B2F6-28E379B158E2}" destId="{FE2E347F-A9ED-4B16-85CA-1398FFD24E5C}" srcOrd="2" destOrd="0" presId="urn:microsoft.com/office/officeart/2005/8/layout/hList9"/>
    <dgm:cxn modelId="{0A10446C-5ACA-4C94-B338-22ED477B8FF0}" type="presParOf" srcId="{FE2E347F-A9ED-4B16-85CA-1398FFD24E5C}" destId="{43196478-7CB2-4B13-8B33-161B7F71A569}" srcOrd="0" destOrd="0" presId="urn:microsoft.com/office/officeart/2005/8/layout/hList9"/>
    <dgm:cxn modelId="{BC565F5B-A775-4FA2-9887-0F17F11E83EC}" type="presParOf" srcId="{FE2E347F-A9ED-4B16-85CA-1398FFD24E5C}" destId="{CAAAC5CC-A808-4B75-A72D-452A8260DFCC}" srcOrd="1" destOrd="0" presId="urn:microsoft.com/office/officeart/2005/8/layout/hList9"/>
    <dgm:cxn modelId="{12DFE6DA-4B8B-4642-9134-6ABB7A68383A}" type="presParOf" srcId="{FC66A233-6BBA-46AF-B2F6-28E379B158E2}" destId="{24624086-21EE-41E0-9178-F877CDCA3216}" srcOrd="3" destOrd="0" presId="urn:microsoft.com/office/officeart/2005/8/layout/hList9"/>
    <dgm:cxn modelId="{7BCE6B80-F667-4975-A53F-85CD3A22F2D0}" type="presParOf" srcId="{24624086-21EE-41E0-9178-F877CDCA3216}" destId="{15587C68-2E3C-4CDA-AB4E-50AF4BD6B326}" srcOrd="0" destOrd="0" presId="urn:microsoft.com/office/officeart/2005/8/layout/hList9"/>
    <dgm:cxn modelId="{CEC8926D-0018-44FB-9AD3-788E6219BC11}" type="presParOf" srcId="{24624086-21EE-41E0-9178-F877CDCA3216}" destId="{611BE504-7A53-4859-8C87-0129284EAC0C}" srcOrd="1" destOrd="0" presId="urn:microsoft.com/office/officeart/2005/8/layout/hList9"/>
    <dgm:cxn modelId="{28D16A35-0F38-4892-BB5E-B6AE1E249B93}" type="presParOf" srcId="{0DC7A063-583D-4B0F-88B2-BD54F95D95AF}" destId="{3845DB9A-BEF3-4D5D-B9C7-5FC0456401AC}" srcOrd="2" destOrd="0" presId="urn:microsoft.com/office/officeart/2005/8/layout/hList9"/>
    <dgm:cxn modelId="{2657644B-C6B3-4725-8B55-AC90C513A318}" type="presParOf" srcId="{0DC7A063-583D-4B0F-88B2-BD54F95D95AF}" destId="{FC7ED273-8CFD-43C2-9C05-44FADF3E0637}" srcOrd="3" destOrd="0" presId="urn:microsoft.com/office/officeart/2005/8/layout/hList9"/>
    <dgm:cxn modelId="{9A4D8550-0AEA-4530-B7D1-6333116707B5}" type="presParOf" srcId="{0DC7A063-583D-4B0F-88B2-BD54F95D95AF}" destId="{13C564B0-C27E-4ABA-AFDA-59E145B256BA}" srcOrd="4" destOrd="0" presId="urn:microsoft.com/office/officeart/2005/8/layout/hList9"/>
    <dgm:cxn modelId="{E0B8F585-0C62-4ECD-BE64-42DD8DB41056}" type="presParOf" srcId="{0DC7A063-583D-4B0F-88B2-BD54F95D95AF}" destId="{6300E233-87DF-4270-9808-160BFEB8A5BE}" srcOrd="5" destOrd="0" presId="urn:microsoft.com/office/officeart/2005/8/layout/hList9"/>
    <dgm:cxn modelId="{06862893-F5E5-4029-B46F-43928A833D08}" type="presParOf" srcId="{0DC7A063-583D-4B0F-88B2-BD54F95D95AF}" destId="{6E53DEF7-499E-42EE-802D-59B2F8915392}" srcOrd="6" destOrd="0" presId="urn:microsoft.com/office/officeart/2005/8/layout/hList9"/>
    <dgm:cxn modelId="{8503C505-CBD7-4A9E-B377-DD2EA555CE86}" type="presParOf" srcId="{6E53DEF7-499E-42EE-802D-59B2F8915392}" destId="{E08C30D1-35EA-4D05-9731-5D01E3FCBD09}" srcOrd="0" destOrd="0" presId="urn:microsoft.com/office/officeart/2005/8/layout/hList9"/>
    <dgm:cxn modelId="{347041DF-DBE7-480A-AB31-6748E22FF59B}" type="presParOf" srcId="{6E53DEF7-499E-42EE-802D-59B2F8915392}" destId="{2F3BD88A-9166-4A26-B941-B9BAEE1A11D5}" srcOrd="1" destOrd="0" presId="urn:microsoft.com/office/officeart/2005/8/layout/hList9"/>
    <dgm:cxn modelId="{79C412A7-0195-4AA6-B1F9-60CBC022D6EF}" type="presParOf" srcId="{2F3BD88A-9166-4A26-B941-B9BAEE1A11D5}" destId="{F660F4B9-35DB-4256-A868-A35C6DCCF6B2}" srcOrd="0" destOrd="0" presId="urn:microsoft.com/office/officeart/2005/8/layout/hList9"/>
    <dgm:cxn modelId="{8942121C-6077-4CC1-B838-68F8A9A1FEEF}" type="presParOf" srcId="{2F3BD88A-9166-4A26-B941-B9BAEE1A11D5}" destId="{10C9E3CF-3A8F-4100-8ACD-91E2373197A2}" srcOrd="1" destOrd="0" presId="urn:microsoft.com/office/officeart/2005/8/layout/hList9"/>
    <dgm:cxn modelId="{5E31ADE3-2745-4848-8255-D9EBA8DDBC9F}" type="presParOf" srcId="{6E53DEF7-499E-42EE-802D-59B2F8915392}" destId="{BC4FEBD3-16A5-4508-BBD8-0E95528A868E}" srcOrd="2" destOrd="0" presId="urn:microsoft.com/office/officeart/2005/8/layout/hList9"/>
    <dgm:cxn modelId="{4F5AB89B-21EE-4FD8-90D9-E1F47F73DC3F}" type="presParOf" srcId="{BC4FEBD3-16A5-4508-BBD8-0E95528A868E}" destId="{C3FD3F1E-F87A-46B0-A0D4-917506C2C4A2}" srcOrd="0" destOrd="0" presId="urn:microsoft.com/office/officeart/2005/8/layout/hList9"/>
    <dgm:cxn modelId="{B4D5EE75-231D-4888-BE5F-75171A905EC9}" type="presParOf" srcId="{BC4FEBD3-16A5-4508-BBD8-0E95528A868E}" destId="{5163E81F-C7EB-430E-BB3B-4EFD07DF3B03}" srcOrd="1" destOrd="0" presId="urn:microsoft.com/office/officeart/2005/8/layout/hList9"/>
    <dgm:cxn modelId="{A10800F8-BCEC-4207-946C-B2C8205440A3}" type="presParOf" srcId="{0DC7A063-583D-4B0F-88B2-BD54F95D95AF}" destId="{69136330-53DB-4978-A56B-160862279381}" srcOrd="7" destOrd="0" presId="urn:microsoft.com/office/officeart/2005/8/layout/hList9"/>
    <dgm:cxn modelId="{2F4D7B31-FBEC-4528-AF37-175860FC67AC}" type="presParOf" srcId="{0DC7A063-583D-4B0F-88B2-BD54F95D95AF}" destId="{FD776C1E-557E-4553-9447-49B69EEC7907}" srcOrd="8" destOrd="0" presId="urn:microsoft.com/office/officeart/2005/8/layout/hList9"/>
    <dgm:cxn modelId="{4821972C-C5FB-4D92-A799-AFC59A00F2A0}" type="presParOf" srcId="{0DC7A063-583D-4B0F-88B2-BD54F95D95AF}" destId="{FC2522F1-14BB-4B37-B60E-2E8A7E8A6C30}" srcOrd="9" destOrd="0" presId="urn:microsoft.com/office/officeart/2005/8/layout/hList9"/>
    <dgm:cxn modelId="{ACA64BAC-AA60-4D77-84BB-E4A4A836229F}" type="presParOf" srcId="{0DC7A063-583D-4B0F-88B2-BD54F95D95AF}" destId="{2C2F6211-85A7-47FE-9239-DE94DF41A263}" srcOrd="10" destOrd="0" presId="urn:microsoft.com/office/officeart/2005/8/layout/hList9"/>
    <dgm:cxn modelId="{74FD89B7-732B-4383-901F-6098AB1C11C7}" type="presParOf" srcId="{0DC7A063-583D-4B0F-88B2-BD54F95D95AF}" destId="{7B0C2EAE-70CB-4160-863D-210C3C66D5FD}" srcOrd="11" destOrd="0" presId="urn:microsoft.com/office/officeart/2005/8/layout/hList9"/>
    <dgm:cxn modelId="{5AEE9E34-7079-4E08-8AFA-EF5A3A78200F}" type="presParOf" srcId="{7B0C2EAE-70CB-4160-863D-210C3C66D5FD}" destId="{5AF3752E-55A6-443C-AD35-C49DF50A4566}" srcOrd="0" destOrd="0" presId="urn:microsoft.com/office/officeart/2005/8/layout/hList9"/>
    <dgm:cxn modelId="{0E99A7A8-9DF8-4C7E-B385-6AE5E24852E4}" type="presParOf" srcId="{7B0C2EAE-70CB-4160-863D-210C3C66D5FD}" destId="{53567A66-F0E9-4EF8-ADA9-764BA36AA6A9}" srcOrd="1" destOrd="0" presId="urn:microsoft.com/office/officeart/2005/8/layout/hList9"/>
    <dgm:cxn modelId="{71BACA88-4184-49F5-A3DD-DB913E2FC793}" type="presParOf" srcId="{53567A66-F0E9-4EF8-ADA9-764BA36AA6A9}" destId="{AD2806AC-6A03-4F05-9F4D-F72EA0E56FBF}" srcOrd="0" destOrd="0" presId="urn:microsoft.com/office/officeart/2005/8/layout/hList9"/>
    <dgm:cxn modelId="{F8E5C67C-5E26-4B79-8175-039C5C6EFF29}" type="presParOf" srcId="{53567A66-F0E9-4EF8-ADA9-764BA36AA6A9}" destId="{F8977219-728E-448F-AE8B-46B14F4F17DE}" srcOrd="1" destOrd="0" presId="urn:microsoft.com/office/officeart/2005/8/layout/hList9"/>
    <dgm:cxn modelId="{6FC3ABD8-7077-4FC6-98CE-454684B63272}" type="presParOf" srcId="{7B0C2EAE-70CB-4160-863D-210C3C66D5FD}" destId="{56364D2D-470C-49E3-A1E6-2D53E2BE82B7}" srcOrd="2" destOrd="0" presId="urn:microsoft.com/office/officeart/2005/8/layout/hList9"/>
    <dgm:cxn modelId="{99649444-1954-47CC-B1CF-A4FDEFF2EDFD}" type="presParOf" srcId="{56364D2D-470C-49E3-A1E6-2D53E2BE82B7}" destId="{BAF3D2CC-0309-49DA-897B-92FFBFE6480B}" srcOrd="0" destOrd="0" presId="urn:microsoft.com/office/officeart/2005/8/layout/hList9"/>
    <dgm:cxn modelId="{7EA8BEAC-DDAF-478A-9AF6-D890C97AE06A}" type="presParOf" srcId="{56364D2D-470C-49E3-A1E6-2D53E2BE82B7}" destId="{872DE8D5-E324-4C38-81BD-EBD09A975A2D}" srcOrd="1" destOrd="0" presId="urn:microsoft.com/office/officeart/2005/8/layout/hList9"/>
    <dgm:cxn modelId="{EC89B4EC-E428-4153-BEED-2B991E0BE4E6}" type="presParOf" srcId="{7B0C2EAE-70CB-4160-863D-210C3C66D5FD}" destId="{F6FF6123-C409-49E3-B480-E5C0D3EBF05A}" srcOrd="3" destOrd="0" presId="urn:microsoft.com/office/officeart/2005/8/layout/hList9"/>
    <dgm:cxn modelId="{F7386609-3DCE-42F9-9845-9A345A4C9367}" type="presParOf" srcId="{F6FF6123-C409-49E3-B480-E5C0D3EBF05A}" destId="{81BE9F26-4268-4B7B-99F9-B8940BDF590B}" srcOrd="0" destOrd="0" presId="urn:microsoft.com/office/officeart/2005/8/layout/hList9"/>
    <dgm:cxn modelId="{93CE8A18-5E3F-4CAF-8DD4-462BC78067C1}" type="presParOf" srcId="{F6FF6123-C409-49E3-B480-E5C0D3EBF05A}" destId="{FA9F7973-B579-454C-9067-A8CCF9A00E7B}" srcOrd="1" destOrd="0" presId="urn:microsoft.com/office/officeart/2005/8/layout/hList9"/>
    <dgm:cxn modelId="{939F8F9F-A2D8-465D-ABEC-260C413B7010}" type="presParOf" srcId="{0DC7A063-583D-4B0F-88B2-BD54F95D95AF}" destId="{FBCC4E74-37C0-494F-ABC0-7D18132E1437}" srcOrd="12" destOrd="0" presId="urn:microsoft.com/office/officeart/2005/8/layout/hList9"/>
    <dgm:cxn modelId="{55514A07-FA22-42B6-88FB-D1E8D880F29F}" type="presParOf" srcId="{0DC7A063-583D-4B0F-88B2-BD54F95D95AF}" destId="{89E6DA6E-7A23-44BD-8A99-378091FF741D}" srcOrd="13" destOrd="0" presId="urn:microsoft.com/office/officeart/2005/8/layout/hList9"/>
    <dgm:cxn modelId="{DA112828-B2F9-4EDC-995D-44784406FF2A}" type="presParOf" srcId="{0DC7A063-583D-4B0F-88B2-BD54F95D95AF}" destId="{E966790E-26B5-4EB8-981F-1094BF4B7611}" srcOrd="14" destOrd="0" presId="urn:microsoft.com/office/officeart/2005/8/layout/hList9"/>
    <dgm:cxn modelId="{6EC95D4A-9149-466F-AFAC-1C732F22FFE2}" type="presParOf" srcId="{0DC7A063-583D-4B0F-88B2-BD54F95D95AF}" destId="{229B7655-E1F4-4CF5-84B8-30F0491D32B5}" srcOrd="15" destOrd="0" presId="urn:microsoft.com/office/officeart/2005/8/layout/hList9"/>
    <dgm:cxn modelId="{3D4FD262-C1E2-4130-BA5C-88FCBE826F87}" type="presParOf" srcId="{0DC7A063-583D-4B0F-88B2-BD54F95D95AF}" destId="{F85FFCDF-8E5F-492B-B22D-55A08EACE783}" srcOrd="16" destOrd="0" presId="urn:microsoft.com/office/officeart/2005/8/layout/hList9"/>
    <dgm:cxn modelId="{D7FD5AEB-1CC3-4C91-B125-102C84AB9E17}" type="presParOf" srcId="{F85FFCDF-8E5F-492B-B22D-55A08EACE783}" destId="{600B3FB2-1315-4A84-8613-B445666BC7D2}" srcOrd="0" destOrd="0" presId="urn:microsoft.com/office/officeart/2005/8/layout/hList9"/>
    <dgm:cxn modelId="{154A8426-8DBA-44D3-8695-8DD06305A66E}" type="presParOf" srcId="{F85FFCDF-8E5F-492B-B22D-55A08EACE783}" destId="{E47C73E9-FBEE-4370-9B3F-E04EB7C4023A}" srcOrd="1" destOrd="0" presId="urn:microsoft.com/office/officeart/2005/8/layout/hList9"/>
    <dgm:cxn modelId="{76E409E0-3315-4138-AC0C-81010AFD88E2}" type="presParOf" srcId="{E47C73E9-FBEE-4370-9B3F-E04EB7C4023A}" destId="{402C2C77-A32C-4D99-9940-12535E1181F2}" srcOrd="0" destOrd="0" presId="urn:microsoft.com/office/officeart/2005/8/layout/hList9"/>
    <dgm:cxn modelId="{84FFE8D4-9F3E-4833-8772-E0E6849C208F}" type="presParOf" srcId="{E47C73E9-FBEE-4370-9B3F-E04EB7C4023A}" destId="{5B88A17E-EFF5-4A04-9CC9-D2131DA9ECCC}" srcOrd="1" destOrd="0" presId="urn:microsoft.com/office/officeart/2005/8/layout/hList9"/>
    <dgm:cxn modelId="{D0D2456B-1138-47E9-BFED-201281E578EC}" type="presParOf" srcId="{0DC7A063-583D-4B0F-88B2-BD54F95D95AF}" destId="{9051EF7D-7D6C-4B43-A6C4-239F9933C94D}" srcOrd="17" destOrd="0" presId="urn:microsoft.com/office/officeart/2005/8/layout/hList9"/>
    <dgm:cxn modelId="{7D800F0F-E9E4-4E31-B810-4025BC4F89B6}" type="presParOf" srcId="{0DC7A063-583D-4B0F-88B2-BD54F95D95AF}" destId="{7453D9C8-CD6E-4AA4-8A19-7F6F667528F0}" srcOrd="18" destOrd="0" presId="urn:microsoft.com/office/officeart/2005/8/layout/hList9"/>
    <dgm:cxn modelId="{AF95AF40-5DE3-448D-B47A-F1C1C8D09DB1}" type="presParOf" srcId="{0DC7A063-583D-4B0F-88B2-BD54F95D95AF}" destId="{5DD4855F-6BEC-438C-939C-92F9DF06CF44}" srcOrd="19" destOrd="0" presId="urn:microsoft.com/office/officeart/2005/8/layout/hList9"/>
    <dgm:cxn modelId="{441F282D-9C40-404E-BB80-B3D85E571222}" type="presParOf" srcId="{0DC7A063-583D-4B0F-88B2-BD54F95D95AF}" destId="{5380AE5D-6709-4907-9FDA-057AA3CFE76C}" srcOrd="20" destOrd="0" presId="urn:microsoft.com/office/officeart/2005/8/layout/hList9"/>
    <dgm:cxn modelId="{C7F107A4-4F64-44B2-B7C2-2E503AA1563B}" type="presParOf" srcId="{0DC7A063-583D-4B0F-88B2-BD54F95D95AF}" destId="{69A00D0E-31D2-4F44-BC9B-F5EFE7A2CCEE}" srcOrd="21" destOrd="0" presId="urn:microsoft.com/office/officeart/2005/8/layout/hList9"/>
    <dgm:cxn modelId="{5DA188D9-A4EB-4E2E-938B-179A54F89BF8}" type="presParOf" srcId="{69A00D0E-31D2-4F44-BC9B-F5EFE7A2CCEE}" destId="{3ACACCCC-EA07-49C3-BE16-2911DD298B2F}" srcOrd="0" destOrd="0" presId="urn:microsoft.com/office/officeart/2005/8/layout/hList9"/>
    <dgm:cxn modelId="{7910745E-908E-4959-B33B-2200B8C3CAAC}" type="presParOf" srcId="{69A00D0E-31D2-4F44-BC9B-F5EFE7A2CCEE}" destId="{D2FAAD1B-61F5-480A-AAA9-5742A4907BF4}" srcOrd="1" destOrd="0" presId="urn:microsoft.com/office/officeart/2005/8/layout/hList9"/>
    <dgm:cxn modelId="{3FB0855F-24AE-4C2B-8B37-53A943BBA888}" type="presParOf" srcId="{D2FAAD1B-61F5-480A-AAA9-5742A4907BF4}" destId="{A166A236-687F-4444-912C-583727339753}" srcOrd="0" destOrd="0" presId="urn:microsoft.com/office/officeart/2005/8/layout/hList9"/>
    <dgm:cxn modelId="{B3C67D88-DE02-4DDD-A317-8D3F384FBA50}" type="presParOf" srcId="{D2FAAD1B-61F5-480A-AAA9-5742A4907BF4}" destId="{0D558AD2-3492-4510-8FCE-C07362796957}" srcOrd="1" destOrd="0" presId="urn:microsoft.com/office/officeart/2005/8/layout/hList9"/>
    <dgm:cxn modelId="{FE772D79-D5C8-4D59-B51B-B387E3157ABC}" type="presParOf" srcId="{0DC7A063-583D-4B0F-88B2-BD54F95D95AF}" destId="{7FDD1C34-6D54-44B8-A286-54F88F2BEBDB}" srcOrd="22" destOrd="0" presId="urn:microsoft.com/office/officeart/2005/8/layout/hList9"/>
    <dgm:cxn modelId="{D8F9EE01-657E-4B8A-B842-97CD12A744A7}" type="presParOf" srcId="{0DC7A063-583D-4B0F-88B2-BD54F95D95AF}" destId="{C2429548-9B95-42CA-A9FE-199B476884F6}" srcOrd="2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8AC4B-4CEC-41E5-AE19-47A4E2720563}">
      <dsp:nvSpPr>
        <dsp:cNvPr id="0" name=""/>
        <dsp:cNvSpPr/>
      </dsp:nvSpPr>
      <dsp:spPr>
        <a:xfrm>
          <a:off x="656891" y="1218136"/>
          <a:ext cx="1231440" cy="821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R</a:t>
          </a:r>
          <a:r>
            <a:rPr lang="en-IN" sz="1100" kern="1200" dirty="0" err="1"/>
            <a:t>esize</a:t>
          </a:r>
          <a:r>
            <a:rPr lang="en-IN" sz="1100" kern="1200" dirty="0"/>
            <a:t>: 224×224</a:t>
          </a:r>
          <a:endParaRPr lang="en-US" sz="1100" b="1" kern="1200" dirty="0"/>
        </a:p>
      </dsp:txBody>
      <dsp:txXfrm>
        <a:off x="853921" y="1218136"/>
        <a:ext cx="1034409" cy="821370"/>
      </dsp:txXfrm>
    </dsp:sp>
    <dsp:sp modelId="{43196478-7CB2-4B13-8B33-161B7F71A569}">
      <dsp:nvSpPr>
        <dsp:cNvPr id="0" name=""/>
        <dsp:cNvSpPr/>
      </dsp:nvSpPr>
      <dsp:spPr>
        <a:xfrm>
          <a:off x="656891" y="2039506"/>
          <a:ext cx="1231440" cy="821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Normalize</a:t>
          </a:r>
        </a:p>
      </dsp:txBody>
      <dsp:txXfrm>
        <a:off x="853921" y="2039506"/>
        <a:ext cx="1034409" cy="821370"/>
      </dsp:txXfrm>
    </dsp:sp>
    <dsp:sp modelId="{15587C68-2E3C-4CDA-AB4E-50AF4BD6B326}">
      <dsp:nvSpPr>
        <dsp:cNvPr id="0" name=""/>
        <dsp:cNvSpPr/>
      </dsp:nvSpPr>
      <dsp:spPr>
        <a:xfrm>
          <a:off x="656891" y="2860877"/>
          <a:ext cx="1231440" cy="821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Data augmentation</a:t>
          </a:r>
        </a:p>
      </dsp:txBody>
      <dsp:txXfrm>
        <a:off x="853921" y="2860877"/>
        <a:ext cx="1034409" cy="821370"/>
      </dsp:txXfrm>
    </dsp:sp>
    <dsp:sp modelId="{FC7ED273-8CFD-43C2-9C05-44FADF3E0637}">
      <dsp:nvSpPr>
        <dsp:cNvPr id="0" name=""/>
        <dsp:cNvSpPr/>
      </dsp:nvSpPr>
      <dsp:spPr>
        <a:xfrm>
          <a:off x="123" y="889752"/>
          <a:ext cx="820960" cy="82096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 dirty="0"/>
            <a:t>Step 1 – Data Preprocessing</a:t>
          </a:r>
          <a:endParaRPr lang="en-US" sz="600" kern="1200" dirty="0"/>
        </a:p>
      </dsp:txBody>
      <dsp:txXfrm>
        <a:off x="120350" y="1009979"/>
        <a:ext cx="580506" cy="580506"/>
      </dsp:txXfrm>
    </dsp:sp>
    <dsp:sp modelId="{F660F4B9-35DB-4256-A868-A35C6DCCF6B2}">
      <dsp:nvSpPr>
        <dsp:cNvPr id="0" name=""/>
        <dsp:cNvSpPr/>
      </dsp:nvSpPr>
      <dsp:spPr>
        <a:xfrm>
          <a:off x="2709291" y="1218136"/>
          <a:ext cx="1231440" cy="821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Backbone: ResNet-18 / </a:t>
          </a:r>
          <a:r>
            <a:rPr lang="en-IN" sz="1100" kern="1200" dirty="0" err="1"/>
            <a:t>EfficientNet</a:t>
          </a:r>
          <a:endParaRPr lang="en-US" sz="1100" kern="1200" dirty="0"/>
        </a:p>
      </dsp:txBody>
      <dsp:txXfrm>
        <a:off x="2906321" y="1218136"/>
        <a:ext cx="1034409" cy="821370"/>
      </dsp:txXfrm>
    </dsp:sp>
    <dsp:sp modelId="{C3FD3F1E-F87A-46B0-A0D4-917506C2C4A2}">
      <dsp:nvSpPr>
        <dsp:cNvPr id="0" name=""/>
        <dsp:cNvSpPr/>
      </dsp:nvSpPr>
      <dsp:spPr>
        <a:xfrm>
          <a:off x="2709291" y="2039506"/>
          <a:ext cx="1231440" cy="821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Output: 4-class softmax</a:t>
          </a:r>
        </a:p>
      </dsp:txBody>
      <dsp:txXfrm>
        <a:off x="2906321" y="2039506"/>
        <a:ext cx="1034409" cy="821370"/>
      </dsp:txXfrm>
    </dsp:sp>
    <dsp:sp modelId="{FD776C1E-557E-4553-9447-49B69EEC7907}">
      <dsp:nvSpPr>
        <dsp:cNvPr id="0" name=""/>
        <dsp:cNvSpPr/>
      </dsp:nvSpPr>
      <dsp:spPr>
        <a:xfrm>
          <a:off x="2052523" y="889752"/>
          <a:ext cx="820960" cy="82096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 dirty="0"/>
            <a:t>Step 2 – Model</a:t>
          </a:r>
          <a:endParaRPr lang="en-US" sz="600" kern="1200" dirty="0"/>
        </a:p>
      </dsp:txBody>
      <dsp:txXfrm>
        <a:off x="2172750" y="1009979"/>
        <a:ext cx="580506" cy="580506"/>
      </dsp:txXfrm>
    </dsp:sp>
    <dsp:sp modelId="{AD2806AC-6A03-4F05-9F4D-F72EA0E56FBF}">
      <dsp:nvSpPr>
        <dsp:cNvPr id="0" name=""/>
        <dsp:cNvSpPr/>
      </dsp:nvSpPr>
      <dsp:spPr>
        <a:xfrm>
          <a:off x="4761691" y="1218136"/>
          <a:ext cx="1231440" cy="821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Client 1: </a:t>
          </a:r>
          <a:r>
            <a:rPr lang="en-IN" sz="1100" kern="1200" dirty="0" err="1"/>
            <a:t>IDRiD</a:t>
          </a:r>
          <a:r>
            <a:rPr lang="en-IN" sz="1100" kern="1200" dirty="0"/>
            <a:t> (India)</a:t>
          </a:r>
          <a:endParaRPr lang="en-US" sz="1100" kern="1200" dirty="0"/>
        </a:p>
      </dsp:txBody>
      <dsp:txXfrm>
        <a:off x="4958721" y="1218136"/>
        <a:ext cx="1034409" cy="821370"/>
      </dsp:txXfrm>
    </dsp:sp>
    <dsp:sp modelId="{BAF3D2CC-0309-49DA-897B-92FFBFE6480B}">
      <dsp:nvSpPr>
        <dsp:cNvPr id="0" name=""/>
        <dsp:cNvSpPr/>
      </dsp:nvSpPr>
      <dsp:spPr>
        <a:xfrm>
          <a:off x="4761691" y="2039506"/>
          <a:ext cx="1231440" cy="821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Client 2: BASE11 (France)</a:t>
          </a:r>
        </a:p>
      </dsp:txBody>
      <dsp:txXfrm>
        <a:off x="4958721" y="2039506"/>
        <a:ext cx="1034409" cy="821370"/>
      </dsp:txXfrm>
    </dsp:sp>
    <dsp:sp modelId="{81BE9F26-4268-4B7B-99F9-B8940BDF590B}">
      <dsp:nvSpPr>
        <dsp:cNvPr id="0" name=""/>
        <dsp:cNvSpPr/>
      </dsp:nvSpPr>
      <dsp:spPr>
        <a:xfrm>
          <a:off x="4761691" y="2860877"/>
          <a:ext cx="1231440" cy="821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Server: SCAFFOLD aggregation</a:t>
          </a:r>
        </a:p>
      </dsp:txBody>
      <dsp:txXfrm>
        <a:off x="4958721" y="2860877"/>
        <a:ext cx="1034409" cy="821370"/>
      </dsp:txXfrm>
    </dsp:sp>
    <dsp:sp modelId="{89E6DA6E-7A23-44BD-8A99-378091FF741D}">
      <dsp:nvSpPr>
        <dsp:cNvPr id="0" name=""/>
        <dsp:cNvSpPr/>
      </dsp:nvSpPr>
      <dsp:spPr>
        <a:xfrm>
          <a:off x="4104923" y="889752"/>
          <a:ext cx="820960" cy="82096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 dirty="0"/>
            <a:t>Step 3 – Federated Setup</a:t>
          </a:r>
          <a:endParaRPr lang="en-US" sz="600" kern="1200" dirty="0"/>
        </a:p>
      </dsp:txBody>
      <dsp:txXfrm>
        <a:off x="4225150" y="1009979"/>
        <a:ext cx="580506" cy="580506"/>
      </dsp:txXfrm>
    </dsp:sp>
    <dsp:sp modelId="{402C2C77-A32C-4D99-9940-12535E1181F2}">
      <dsp:nvSpPr>
        <dsp:cNvPr id="0" name=""/>
        <dsp:cNvSpPr/>
      </dsp:nvSpPr>
      <dsp:spPr>
        <a:xfrm>
          <a:off x="6814091" y="1218136"/>
          <a:ext cx="1231440" cy="821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Fine-tune last layer locally</a:t>
          </a:r>
          <a:endParaRPr lang="en-US" sz="1100" kern="1200" dirty="0"/>
        </a:p>
      </dsp:txBody>
      <dsp:txXfrm>
        <a:off x="7011121" y="1218136"/>
        <a:ext cx="1034409" cy="821370"/>
      </dsp:txXfrm>
    </dsp:sp>
    <dsp:sp modelId="{7453D9C8-CD6E-4AA4-8A19-7F6F667528F0}">
      <dsp:nvSpPr>
        <dsp:cNvPr id="0" name=""/>
        <dsp:cNvSpPr/>
      </dsp:nvSpPr>
      <dsp:spPr>
        <a:xfrm>
          <a:off x="6157323" y="889752"/>
          <a:ext cx="820960" cy="82096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 dirty="0"/>
            <a:t>Step 4 – Personalization</a:t>
          </a:r>
          <a:endParaRPr lang="en-US" sz="600" kern="1200" dirty="0"/>
        </a:p>
      </dsp:txBody>
      <dsp:txXfrm>
        <a:off x="6277550" y="1009979"/>
        <a:ext cx="580506" cy="580506"/>
      </dsp:txXfrm>
    </dsp:sp>
    <dsp:sp modelId="{A166A236-687F-4444-912C-583727339753}">
      <dsp:nvSpPr>
        <dsp:cNvPr id="0" name=""/>
        <dsp:cNvSpPr/>
      </dsp:nvSpPr>
      <dsp:spPr>
        <a:xfrm>
          <a:off x="8866491" y="1218136"/>
          <a:ext cx="1231440" cy="821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Add Gaussian noise to gradients (DP)</a:t>
          </a:r>
          <a:endParaRPr lang="en-US" sz="1100" kern="1200" dirty="0"/>
        </a:p>
      </dsp:txBody>
      <dsp:txXfrm>
        <a:off x="9063522" y="1218136"/>
        <a:ext cx="1034409" cy="821370"/>
      </dsp:txXfrm>
    </dsp:sp>
    <dsp:sp modelId="{C2429548-9B95-42CA-A9FE-199B476884F6}">
      <dsp:nvSpPr>
        <dsp:cNvPr id="0" name=""/>
        <dsp:cNvSpPr/>
      </dsp:nvSpPr>
      <dsp:spPr>
        <a:xfrm>
          <a:off x="8209723" y="889752"/>
          <a:ext cx="820960" cy="82096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" kern="1200"/>
            <a:t>Step 5 – Security</a:t>
          </a:r>
          <a:endParaRPr lang="en-US" sz="600" kern="1200" dirty="0"/>
        </a:p>
      </dsp:txBody>
      <dsp:txXfrm>
        <a:off x="8329950" y="1009979"/>
        <a:ext cx="580506" cy="5805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2/18/2026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2/18/2026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2/18/2026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2/18/2026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2/18/2026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2/18/2026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2/18/2026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2/18/2026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2/18/2026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2/18/2026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2/18/2026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2/18/2026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61950" y="2372088"/>
            <a:ext cx="5734050" cy="2219691"/>
          </a:xfrm>
        </p:spPr>
        <p:txBody>
          <a:bodyPr anchor="ctr">
            <a:noAutofit/>
          </a:bodyPr>
          <a:lstStyle/>
          <a:p>
            <a:r>
              <a:rPr lang="en-US" sz="2800" dirty="0"/>
              <a:t>Research Methodology &amp; Seminar</a:t>
            </a:r>
            <a:br>
              <a:rPr lang="en-US" sz="2800" dirty="0"/>
            </a:br>
            <a:br>
              <a:rPr lang="en-US" sz="2800" dirty="0"/>
            </a:br>
            <a:r>
              <a:rPr lang="en-US" sz="1800" dirty="0" err="1"/>
              <a:t>B.Tech</a:t>
            </a:r>
            <a:r>
              <a:rPr lang="en-US" sz="1800" dirty="0"/>
              <a:t> Semester VI</a:t>
            </a:r>
            <a:br>
              <a:rPr lang="en-US" sz="1800" dirty="0"/>
            </a:br>
            <a:r>
              <a:rPr lang="en-US" sz="1800" dirty="0"/>
              <a:t>Institute of Technology, Nirma University</a:t>
            </a:r>
            <a:endParaRPr lang="en-US" sz="2800" dirty="0"/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232EFA0-D4F0-0B57-C267-83C2702CB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1925" y="4591779"/>
            <a:ext cx="5734050" cy="955565"/>
          </a:xfrm>
        </p:spPr>
        <p:txBody>
          <a:bodyPr/>
          <a:lstStyle/>
          <a:p>
            <a:r>
              <a:rPr lang="en-US" dirty="0"/>
              <a:t>Prepared By:</a:t>
            </a:r>
            <a:br>
              <a:rPr lang="en-US" dirty="0"/>
            </a:br>
            <a:r>
              <a:rPr lang="en-US" dirty="0" err="1"/>
              <a:t>Sarth</a:t>
            </a:r>
            <a:r>
              <a:rPr lang="en-US" dirty="0"/>
              <a:t> </a:t>
            </a:r>
            <a:r>
              <a:rPr lang="en-US" dirty="0" err="1"/>
              <a:t>Narola</a:t>
            </a:r>
            <a:r>
              <a:rPr lang="en-US" dirty="0"/>
              <a:t> (23BCE194)</a:t>
            </a:r>
            <a:br>
              <a:rPr lang="en-US" dirty="0"/>
            </a:br>
            <a:r>
              <a:rPr lang="en-US" dirty="0"/>
              <a:t>Nevil </a:t>
            </a:r>
            <a:r>
              <a:rPr lang="en-US" dirty="0" err="1"/>
              <a:t>Anghan</a:t>
            </a:r>
            <a:r>
              <a:rPr lang="en-US" dirty="0"/>
              <a:t> (23BCE195)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Diabetic Retinopathy (DR) is a major cause of blindness worldwide</a:t>
            </a:r>
          </a:p>
          <a:p>
            <a:r>
              <a:rPr lang="en-US" dirty="0"/>
              <a:t>Medical data is privacy-sensitive and geographically distributed</a:t>
            </a:r>
          </a:p>
          <a:p>
            <a:r>
              <a:rPr lang="en-US" dirty="0"/>
              <a:t>Centralized training violates data privacy regulations</a:t>
            </a:r>
          </a:p>
          <a:p>
            <a:r>
              <a:rPr lang="en-US" dirty="0"/>
              <a:t>Federated Learning (FL) enables collaborative training without sharing raw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EBEFAA-93DC-0714-4909-C3164499A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75" y="3439109"/>
            <a:ext cx="5570059" cy="31601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9C4072-70D5-0D9E-245F-59EAC13FC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439" y="3556472"/>
            <a:ext cx="5646167" cy="304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 (5 Papers)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8C23B8-2031-A38E-7F61-DBED5CE70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410521"/>
              </p:ext>
            </p:extLst>
          </p:nvPr>
        </p:nvGraphicFramePr>
        <p:xfrm>
          <a:off x="1011594" y="2194560"/>
          <a:ext cx="9982200" cy="2468880"/>
        </p:xfrm>
        <a:graphic>
          <a:graphicData uri="http://schemas.openxmlformats.org/drawingml/2006/table">
            <a:tbl>
              <a:tblPr/>
              <a:tblGrid>
                <a:gridCol w="1768929">
                  <a:extLst>
                    <a:ext uri="{9D8B030D-6E8A-4147-A177-3AD203B41FA5}">
                      <a16:colId xmlns:a16="http://schemas.microsoft.com/office/drawing/2014/main" val="2065827517"/>
                    </a:ext>
                  </a:extLst>
                </a:gridCol>
                <a:gridCol w="8213271">
                  <a:extLst>
                    <a:ext uri="{9D8B030D-6E8A-4147-A177-3AD203B41FA5}">
                      <a16:colId xmlns:a16="http://schemas.microsoft.com/office/drawing/2014/main" val="25929398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Paper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Focus Area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91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Paper I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FL for DR classification (</a:t>
                      </a:r>
                      <a:r>
                        <a:rPr lang="en-US" dirty="0" err="1"/>
                        <a:t>FedAvg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29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Paper II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Secure FL with Homomorphic Encryption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6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Paper III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Personalized Federated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624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Paper IV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Vision Transformer in FL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91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Paper V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SCAFFOLD for client drift correction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792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5115D-171E-F10C-3D71-4E0B21AD0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743E8ED-DECB-43EF-72FB-FBA9705B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Identified Research Gap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0BC39F7-3EC1-962C-C12E-21085D031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777482"/>
            <a:ext cx="9982200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After reviewing 5 papers, we observed: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Most works use </a:t>
            </a:r>
            <a:r>
              <a:rPr lang="en-US" b="1" dirty="0" err="1"/>
              <a:t>FedAvg</a:t>
            </a:r>
            <a:r>
              <a:rPr lang="en-US" dirty="0"/>
              <a:t>, which suffers from client drift.</a:t>
            </a:r>
          </a:p>
          <a:p>
            <a:r>
              <a:rPr lang="en-US" dirty="0"/>
              <a:t>Security and personalization are rarely combined.</a:t>
            </a:r>
          </a:p>
          <a:p>
            <a:r>
              <a:rPr lang="en-US" dirty="0"/>
              <a:t>Cross-country domain heterogeneity is not deeply studied.</a:t>
            </a:r>
          </a:p>
          <a:p>
            <a:r>
              <a:rPr lang="en-US" dirty="0"/>
              <a:t>Few studies integrate:</a:t>
            </a:r>
          </a:p>
          <a:p>
            <a:pPr lvl="1"/>
            <a:r>
              <a:rPr lang="en-US" dirty="0"/>
              <a:t>Non-IID correction (SCAFFOLD)</a:t>
            </a:r>
          </a:p>
          <a:p>
            <a:pPr lvl="1"/>
            <a:r>
              <a:rPr lang="en-US" dirty="0"/>
              <a:t>Personalized FL</a:t>
            </a:r>
          </a:p>
          <a:p>
            <a:pPr lvl="1"/>
            <a:r>
              <a:rPr lang="en-US" dirty="0"/>
              <a:t>Secure aggregation</a:t>
            </a:r>
          </a:p>
          <a:p>
            <a:r>
              <a:rPr lang="en-US" dirty="0"/>
              <a:t>Limited Europe–India cross-domain experiments.</a:t>
            </a:r>
          </a:p>
        </p:txBody>
      </p:sp>
    </p:spTree>
    <p:extLst>
      <p:ext uri="{BB962C8B-B14F-4D97-AF65-F5344CB8AC3E}">
        <p14:creationId xmlns:p14="http://schemas.microsoft.com/office/powerpoint/2010/main" val="151075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9080" y="1694935"/>
            <a:ext cx="10096500" cy="2219691"/>
          </a:xfrm>
        </p:spPr>
        <p:txBody>
          <a:bodyPr/>
          <a:lstStyle/>
          <a:p>
            <a:r>
              <a:rPr lang="en-IN" dirty="0"/>
              <a:t>Final Research Gap Statement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8D6658A-7E05-77B0-95BA-AAAD4982E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9080" y="3700021"/>
            <a:ext cx="10096501" cy="119855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There is no comprehensive framework that combines secure aggregation, personalized federated learning, and SCAFFOLD-based drift correction for cross-regional diabetic retinopathy classification under heterogeneous data conditions.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1564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03648-4014-0A98-244A-A50CCA399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CD70816-4CCD-6EE1-3B39-83F18C9E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Objectives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73A561D-330F-5188-4209-CA7DA77F0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Primary Objective:</a:t>
            </a:r>
          </a:p>
          <a:p>
            <a:r>
              <a:rPr lang="en-IN" dirty="0"/>
              <a:t>To design a secure personalized federated learning framework for multi-class diabetic retinopathy classification under Non-IID cross-country datasets.</a:t>
            </a:r>
          </a:p>
          <a:p>
            <a:r>
              <a:rPr lang="en-IN" b="1" dirty="0"/>
              <a:t>Secondary Objectives:</a:t>
            </a:r>
          </a:p>
          <a:p>
            <a:pPr marL="0" indent="0">
              <a:buNone/>
            </a:pPr>
            <a:r>
              <a:rPr lang="en-IN" dirty="0"/>
              <a:t>  Compare </a:t>
            </a:r>
            <a:r>
              <a:rPr lang="en-IN" dirty="0" err="1"/>
              <a:t>FedAvg</a:t>
            </a:r>
            <a:r>
              <a:rPr lang="en-IN" dirty="0"/>
              <a:t> vs SCAFFOLD</a:t>
            </a:r>
          </a:p>
          <a:p>
            <a:pPr marL="0" indent="0">
              <a:buNone/>
            </a:pPr>
            <a:r>
              <a:rPr lang="en-IN" dirty="0"/>
              <a:t>  Compare Global vs Personalized models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Analyze</a:t>
            </a:r>
            <a:r>
              <a:rPr lang="en-IN" dirty="0"/>
              <a:t> privacy-utility trade-off</a:t>
            </a:r>
          </a:p>
          <a:p>
            <a:pPr marL="0" indent="0">
              <a:buNone/>
            </a:pPr>
            <a:r>
              <a:rPr lang="en-IN" dirty="0"/>
              <a:t>  Evaluate cross-domain generalization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71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5E815-ADA0-3749-795D-C22D55E98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412105D-8B25-4FC5-E70F-B79F8B4B5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Finalized Datasets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DF071A4-1E8E-79F4-3981-F5E8CF2A7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🇮🇳 India Dataset</a:t>
            </a:r>
          </a:p>
          <a:p>
            <a:r>
              <a:rPr lang="en-IN" b="1" dirty="0"/>
              <a:t>Indian Diabetic Retinopathy Image Dataset</a:t>
            </a:r>
          </a:p>
          <a:p>
            <a:r>
              <a:rPr lang="en-IN" dirty="0"/>
              <a:t>Source: IEEE </a:t>
            </a:r>
            <a:r>
              <a:rPr lang="en-IN" dirty="0" err="1"/>
              <a:t>DataPort</a:t>
            </a:r>
            <a:endParaRPr lang="en-IN" dirty="0"/>
          </a:p>
          <a:p>
            <a:r>
              <a:rPr lang="en-IN" dirty="0"/>
              <a:t>Task: B. Disease Grading</a:t>
            </a:r>
          </a:p>
          <a:p>
            <a:r>
              <a:rPr lang="en-IN" dirty="0"/>
              <a:t>516 images</a:t>
            </a:r>
          </a:p>
          <a:p>
            <a:r>
              <a:rPr lang="en-IN" dirty="0"/>
              <a:t>Grading: 0–4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🇪🇺 Europe Dataset</a:t>
            </a:r>
          </a:p>
          <a:p>
            <a:r>
              <a:rPr lang="en-IN" dirty="0"/>
              <a:t>BASE11 – </a:t>
            </a:r>
            <a:r>
              <a:rPr lang="en-IN" dirty="0" err="1"/>
              <a:t>Lariboisière</a:t>
            </a:r>
            <a:r>
              <a:rPr lang="en-IN" dirty="0"/>
              <a:t> Hospital (France)</a:t>
            </a:r>
          </a:p>
          <a:p>
            <a:r>
              <a:rPr lang="en-IN" dirty="0"/>
              <a:t>100 retinal fundus images</a:t>
            </a:r>
          </a:p>
          <a:p>
            <a:r>
              <a:rPr lang="en-IN" dirty="0"/>
              <a:t>Clinical grading: 0–3</a:t>
            </a:r>
          </a:p>
          <a:p>
            <a:r>
              <a:rPr lang="en-IN" dirty="0"/>
              <a:t>Macular </a:t>
            </a:r>
            <a:r>
              <a:rPr lang="en-IN" dirty="0" err="1"/>
              <a:t>edema</a:t>
            </a:r>
            <a:r>
              <a:rPr lang="en-IN" dirty="0"/>
              <a:t> risk annotation</a:t>
            </a:r>
          </a:p>
          <a:p>
            <a:r>
              <a:rPr lang="en-IN" dirty="0"/>
              <a:t>Source: ADCIS Research Portal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0EFFB3-289D-AC74-336F-B86AAC5EC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366" y="4361574"/>
            <a:ext cx="2323078" cy="1900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4CEC43-F204-6126-D21D-B1863A738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366" y="1546076"/>
            <a:ext cx="5901216" cy="240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13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B4D82-CC92-820A-48BA-90E8A9AD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0F0619-D192-F158-4C2D-D6CCC60E46BA}"/>
              </a:ext>
            </a:extLst>
          </p:cNvPr>
          <p:cNvSpPr/>
          <p:nvPr/>
        </p:nvSpPr>
        <p:spPr>
          <a:xfrm>
            <a:off x="1175657" y="2327987"/>
            <a:ext cx="10060733" cy="1828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2546FAE-9000-70F3-2999-96F8FB4D5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Label Harmonization Strategy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A8B5FEB-26D0-2484-885F-F913DA0F6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Unified 4-Class Mapping: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388530-213C-12B8-DC1A-07065A621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919702"/>
              </p:ext>
            </p:extLst>
          </p:nvPr>
        </p:nvGraphicFramePr>
        <p:xfrm>
          <a:off x="1175657" y="2327987"/>
          <a:ext cx="10060734" cy="1828800"/>
        </p:xfrm>
        <a:graphic>
          <a:graphicData uri="http://schemas.openxmlformats.org/drawingml/2006/table">
            <a:tbl>
              <a:tblPr/>
              <a:tblGrid>
                <a:gridCol w="3353578">
                  <a:extLst>
                    <a:ext uri="{9D8B030D-6E8A-4147-A177-3AD203B41FA5}">
                      <a16:colId xmlns:a16="http://schemas.microsoft.com/office/drawing/2014/main" val="3149225028"/>
                    </a:ext>
                  </a:extLst>
                </a:gridCol>
                <a:gridCol w="3353578">
                  <a:extLst>
                    <a:ext uri="{9D8B030D-6E8A-4147-A177-3AD203B41FA5}">
                      <a16:colId xmlns:a16="http://schemas.microsoft.com/office/drawing/2014/main" val="3139460631"/>
                    </a:ext>
                  </a:extLst>
                </a:gridCol>
                <a:gridCol w="3353578">
                  <a:extLst>
                    <a:ext uri="{9D8B030D-6E8A-4147-A177-3AD203B41FA5}">
                      <a16:colId xmlns:a16="http://schemas.microsoft.com/office/drawing/2014/main" val="6201903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Unified Label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IDRiD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BASE11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390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399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687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811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 + 4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270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865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Finalized (After Review)</a:t>
            </a: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23DA8C0-871D-CD3B-4055-B2AABB5C6D5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34611242"/>
              </p:ext>
            </p:extLst>
          </p:nvPr>
        </p:nvGraphicFramePr>
        <p:xfrm>
          <a:off x="1104899" y="1875453"/>
          <a:ext cx="5762432" cy="31445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81216">
                  <a:extLst>
                    <a:ext uri="{9D8B030D-6E8A-4147-A177-3AD203B41FA5}">
                      <a16:colId xmlns:a16="http://schemas.microsoft.com/office/drawing/2014/main" val="762477543"/>
                    </a:ext>
                  </a:extLst>
                </a:gridCol>
                <a:gridCol w="2881216">
                  <a:extLst>
                    <a:ext uri="{9D8B030D-6E8A-4147-A177-3AD203B41FA5}">
                      <a16:colId xmlns:a16="http://schemas.microsoft.com/office/drawing/2014/main" val="3386603934"/>
                    </a:ext>
                  </a:extLst>
                </a:gridCol>
              </a:tblGrid>
              <a:tr h="449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097886"/>
                  </a:ext>
                </a:extLst>
              </a:tr>
              <a:tr h="449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PyTorch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3968017"/>
                  </a:ext>
                </a:extLst>
              </a:tr>
              <a:tr h="449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 Simulation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Flower Framework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461240"/>
                  </a:ext>
                </a:extLst>
              </a:tr>
              <a:tr h="449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Aggregation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SCAFFOLD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1394277"/>
                  </a:ext>
                </a:extLst>
              </a:tr>
              <a:tr h="449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Differential Privacy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2338182"/>
                  </a:ext>
                </a:extLst>
              </a:tr>
              <a:tr h="449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Matplotlib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647731"/>
                  </a:ext>
                </a:extLst>
              </a:tr>
              <a:tr h="449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sklearn</a:t>
                      </a:r>
                      <a:r>
                        <a:rPr lang="en-IN" dirty="0"/>
                        <a:t> 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198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Finalized Methodology</a:t>
            </a:r>
            <a:endParaRPr lang="en-US" dirty="0"/>
          </a:p>
        </p:txBody>
      </p:sp>
      <p:graphicFrame>
        <p:nvGraphicFramePr>
          <p:cNvPr id="4" name="Content Placeholder 3" descr="Stacked List showing 4 groups arranged from left to right with task descriptions under each group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4998986"/>
              </p:ext>
            </p:extLst>
          </p:nvPr>
        </p:nvGraphicFramePr>
        <p:xfrm>
          <a:off x="989045" y="1600200"/>
          <a:ext cx="1009805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450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46D48-E08A-0E98-8C02-CB7BF2082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796FCA3-1854-BF22-4CF5-41D47AD4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Experimental Comparisons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41CF27D-32CE-D1D6-6C64-6BFD918B4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We will compare:</a:t>
            </a:r>
          </a:p>
          <a:p>
            <a:r>
              <a:rPr lang="en-IN" dirty="0"/>
              <a:t>Centralized model</a:t>
            </a:r>
          </a:p>
          <a:p>
            <a:r>
              <a:rPr lang="en-IN" dirty="0" err="1"/>
              <a:t>FedAvg</a:t>
            </a:r>
            <a:r>
              <a:rPr lang="en-IN" dirty="0"/>
              <a:t> (Global)</a:t>
            </a:r>
          </a:p>
          <a:p>
            <a:r>
              <a:rPr lang="en-IN" dirty="0"/>
              <a:t>SCAFFOLD (Global)</a:t>
            </a:r>
          </a:p>
          <a:p>
            <a:r>
              <a:rPr lang="en-IN" dirty="0"/>
              <a:t>Personalized SCAFFOLD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Secure Personalized SCAFFOLD</a:t>
            </a:r>
          </a:p>
          <a:p>
            <a:r>
              <a:rPr lang="en-IN" dirty="0"/>
              <a:t>Metrics:</a:t>
            </a:r>
          </a:p>
          <a:p>
            <a:r>
              <a:rPr lang="en-IN" dirty="0"/>
              <a:t>Accuracy</a:t>
            </a:r>
          </a:p>
          <a:p>
            <a:r>
              <a:rPr lang="en-IN" dirty="0"/>
              <a:t>F1-score</a:t>
            </a:r>
          </a:p>
          <a:p>
            <a:r>
              <a:rPr lang="en-IN" dirty="0"/>
              <a:t>AUC</a:t>
            </a:r>
          </a:p>
          <a:p>
            <a:r>
              <a:rPr lang="en-IN" dirty="0"/>
              <a:t>Convergence rounds</a:t>
            </a:r>
          </a:p>
        </p:txBody>
      </p:sp>
    </p:spTree>
    <p:extLst>
      <p:ext uri="{BB962C8B-B14F-4D97-AF65-F5344CB8AC3E}">
        <p14:creationId xmlns:p14="http://schemas.microsoft.com/office/powerpoint/2010/main" val="79468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7F81-BA7B-A19B-7D1D-1CA6024C9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9C1591D-F461-007B-1B38-4B6F2C02B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DD1C7-159D-95D6-B31C-E4DA81B96D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9586" y="2040113"/>
            <a:ext cx="645144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SCAFFOLD reduces client drift.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models outperform global models.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FL slightly reduces accuracy.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Cross-country heterogeneity impacts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FedAvg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performance.</a:t>
            </a:r>
          </a:p>
        </p:txBody>
      </p:sp>
    </p:spTree>
    <p:extLst>
      <p:ext uri="{BB962C8B-B14F-4D97-AF65-F5344CB8AC3E}">
        <p14:creationId xmlns:p14="http://schemas.microsoft.com/office/powerpoint/2010/main" val="31053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C107-1A44-4407-24CE-74CC874D4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EFBF8D3-F91E-0626-1211-5EDB5B568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Contribution of Our Work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E7E996B-7027-D608-633C-294C01C02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82" y="2104053"/>
            <a:ext cx="9982200" cy="45720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✔ First India–France cross-domain FL DR study</a:t>
            </a:r>
          </a:p>
          <a:p>
            <a:pPr marL="0" indent="0">
              <a:buNone/>
            </a:pPr>
            <a:r>
              <a:rPr lang="en-IN" dirty="0"/>
              <a:t>✔ Combines SCAFFOLD + Personalization + Security</a:t>
            </a:r>
          </a:p>
          <a:p>
            <a:pPr marL="0" indent="0">
              <a:buNone/>
            </a:pPr>
            <a:r>
              <a:rPr lang="en-IN" dirty="0"/>
              <a:t>✔ Addresses Non-IID explicitly</a:t>
            </a:r>
          </a:p>
          <a:p>
            <a:pPr marL="0" indent="0">
              <a:buNone/>
            </a:pPr>
            <a:r>
              <a:rPr lang="en-IN" dirty="0"/>
              <a:t>✔ Realistic hospital collaboration scenario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04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C0423C-5F9E-0827-70E6-DBEDFFE84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65</TotalTime>
  <Words>536</Words>
  <Application>Microsoft Office PowerPoint</Application>
  <PresentationFormat>Widescreen</PresentationFormat>
  <Paragraphs>132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Euphemia</vt:lpstr>
      <vt:lpstr>Plantagenet Cherokee</vt:lpstr>
      <vt:lpstr>Wingdings</vt:lpstr>
      <vt:lpstr>Academic Literature 16x9</vt:lpstr>
      <vt:lpstr>Research Methodology &amp; Seminar  B.Tech Semester VI Institute of Technology, Nirma University</vt:lpstr>
      <vt:lpstr>Introduction</vt:lpstr>
      <vt:lpstr>Overview (5 Papers)</vt:lpstr>
      <vt:lpstr>Identified Research Gap</vt:lpstr>
      <vt:lpstr>Final Research Gap Statement</vt:lpstr>
      <vt:lpstr>Research Objectives</vt:lpstr>
      <vt:lpstr>Finalized Datasets</vt:lpstr>
      <vt:lpstr>Label Harmonization Strategy</vt:lpstr>
      <vt:lpstr>Tools Finalized (After Review)</vt:lpstr>
      <vt:lpstr>Finalized Methodology</vt:lpstr>
      <vt:lpstr>Experimental Comparisons</vt:lpstr>
      <vt:lpstr>Expected Outcomes</vt:lpstr>
      <vt:lpstr>Contribution of Our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SARTH NAROLA</dc:creator>
  <cp:lastModifiedBy>SARTH NAROLA</cp:lastModifiedBy>
  <cp:revision>1</cp:revision>
  <dcterms:created xsi:type="dcterms:W3CDTF">2026-02-17T18:52:54Z</dcterms:created>
  <dcterms:modified xsi:type="dcterms:W3CDTF">2026-02-17T19:58:32Z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